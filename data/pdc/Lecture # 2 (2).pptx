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01F65E-9EB6-4EE8-98CE-24E6904F9076}" v="81" dt="2025-03-03T06:30:57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kbar" userId="7ad23ff2803fa24b" providerId="LiveId" clId="{9701F65E-9EB6-4EE8-98CE-24E6904F9076}"/>
    <pc:docChg chg="undo custSel addSld delSld modSld">
      <pc:chgData name="Ali Akbar" userId="7ad23ff2803fa24b" providerId="LiveId" clId="{9701F65E-9EB6-4EE8-98CE-24E6904F9076}" dt="2025-03-03T06:32:52.710" v="891" actId="12385"/>
      <pc:docMkLst>
        <pc:docMk/>
      </pc:docMkLst>
      <pc:sldChg chg="modSp mod">
        <pc:chgData name="Ali Akbar" userId="7ad23ff2803fa24b" providerId="LiveId" clId="{9701F65E-9EB6-4EE8-98CE-24E6904F9076}" dt="2025-03-03T05:37:53.051" v="596" actId="14100"/>
        <pc:sldMkLst>
          <pc:docMk/>
          <pc:sldMk cId="3512810388" sldId="258"/>
        </pc:sldMkLst>
        <pc:spChg chg="mod">
          <ac:chgData name="Ali Akbar" userId="7ad23ff2803fa24b" providerId="LiveId" clId="{9701F65E-9EB6-4EE8-98CE-24E6904F9076}" dt="2025-03-03T05:37:39.429" v="594" actId="1035"/>
          <ac:spMkLst>
            <pc:docMk/>
            <pc:sldMk cId="3512810388" sldId="258"/>
            <ac:spMk id="2" creationId="{1A3D175B-13A6-D4CF-373B-8442FD1AC0E6}"/>
          </ac:spMkLst>
        </pc:spChg>
        <pc:spChg chg="mod">
          <ac:chgData name="Ali Akbar" userId="7ad23ff2803fa24b" providerId="LiveId" clId="{9701F65E-9EB6-4EE8-98CE-24E6904F9076}" dt="2025-03-03T05:37:53.051" v="596" actId="14100"/>
          <ac:spMkLst>
            <pc:docMk/>
            <pc:sldMk cId="3512810388" sldId="258"/>
            <ac:spMk id="3" creationId="{AE2CE58F-B859-5257-B1B0-86A4904FF287}"/>
          </ac:spMkLst>
        </pc:spChg>
        <pc:picChg chg="mod">
          <ac:chgData name="Ali Akbar" userId="7ad23ff2803fa24b" providerId="LiveId" clId="{9701F65E-9EB6-4EE8-98CE-24E6904F9076}" dt="2025-03-03T05:36:56.058" v="551" actId="14100"/>
          <ac:picMkLst>
            <pc:docMk/>
            <pc:sldMk cId="3512810388" sldId="258"/>
            <ac:picMk id="5" creationId="{75D0DB23-5AA0-1118-571E-979D92095B14}"/>
          </ac:picMkLst>
        </pc:picChg>
      </pc:sldChg>
      <pc:sldChg chg="addSp delSp modSp new mod setBg">
        <pc:chgData name="Ali Akbar" userId="7ad23ff2803fa24b" providerId="LiveId" clId="{9701F65E-9EB6-4EE8-98CE-24E6904F9076}" dt="2025-03-03T04:38:26.032" v="26" actId="27614"/>
        <pc:sldMkLst>
          <pc:docMk/>
          <pc:sldMk cId="420168688" sldId="260"/>
        </pc:sldMkLst>
        <pc:spChg chg="del">
          <ac:chgData name="Ali Akbar" userId="7ad23ff2803fa24b" providerId="LiveId" clId="{9701F65E-9EB6-4EE8-98CE-24E6904F9076}" dt="2025-03-03T04:35:57.251" v="4" actId="478"/>
          <ac:spMkLst>
            <pc:docMk/>
            <pc:sldMk cId="420168688" sldId="260"/>
            <ac:spMk id="2" creationId="{00A856BE-33D8-3864-37F4-B0D93AE4E2E6}"/>
          </ac:spMkLst>
        </pc:spChg>
        <pc:spChg chg="del">
          <ac:chgData name="Ali Akbar" userId="7ad23ff2803fa24b" providerId="LiveId" clId="{9701F65E-9EB6-4EE8-98CE-24E6904F9076}" dt="2025-03-03T04:35:56.269" v="3" actId="478"/>
          <ac:spMkLst>
            <pc:docMk/>
            <pc:sldMk cId="420168688" sldId="260"/>
            <ac:spMk id="3" creationId="{9E32A03D-33FF-1BC9-21DF-8657B9C453FC}"/>
          </ac:spMkLst>
        </pc:spChg>
        <pc:spChg chg="add">
          <ac:chgData name="Ali Akbar" userId="7ad23ff2803fa24b" providerId="LiveId" clId="{9701F65E-9EB6-4EE8-98CE-24E6904F9076}" dt="2025-03-03T04:35:49.199" v="1"/>
          <ac:spMkLst>
            <pc:docMk/>
            <pc:sldMk cId="420168688" sldId="260"/>
            <ac:spMk id="4" creationId="{20414EDA-7F17-6F9E-E54A-21F8C220B5DA}"/>
          </ac:spMkLst>
        </pc:spChg>
        <pc:spChg chg="add del">
          <ac:chgData name="Ali Akbar" userId="7ad23ff2803fa24b" providerId="LiveId" clId="{9701F65E-9EB6-4EE8-98CE-24E6904F9076}" dt="2025-03-03T04:36:57.830" v="12" actId="26606"/>
          <ac:spMkLst>
            <pc:docMk/>
            <pc:sldMk cId="420168688" sldId="260"/>
            <ac:spMk id="11" creationId="{5F9CFCE6-877F-4858-B8BD-2C52CA8AFBC4}"/>
          </ac:spMkLst>
        </pc:spChg>
        <pc:spChg chg="add del">
          <ac:chgData name="Ali Akbar" userId="7ad23ff2803fa24b" providerId="LiveId" clId="{9701F65E-9EB6-4EE8-98CE-24E6904F9076}" dt="2025-03-03T04:36:57.830" v="12" actId="26606"/>
          <ac:spMkLst>
            <pc:docMk/>
            <pc:sldMk cId="420168688" sldId="260"/>
            <ac:spMk id="13" creationId="{8213F8A0-12AE-4514-8372-0DD766EC28EE}"/>
          </ac:spMkLst>
        </pc:spChg>
        <pc:spChg chg="add del">
          <ac:chgData name="Ali Akbar" userId="7ad23ff2803fa24b" providerId="LiveId" clId="{9701F65E-9EB6-4EE8-98CE-24E6904F9076}" dt="2025-03-03T04:36:57.830" v="12" actId="26606"/>
          <ac:spMkLst>
            <pc:docMk/>
            <pc:sldMk cId="420168688" sldId="260"/>
            <ac:spMk id="15" creationId="{9EFF17D4-9A8C-4CE5-B096-D8CCD4400437}"/>
          </ac:spMkLst>
        </pc:spChg>
        <pc:spChg chg="add del">
          <ac:chgData name="Ali Akbar" userId="7ad23ff2803fa24b" providerId="LiveId" clId="{9701F65E-9EB6-4EE8-98CE-24E6904F9076}" dt="2025-03-03T04:37:16.489" v="14" actId="26606"/>
          <ac:spMkLst>
            <pc:docMk/>
            <pc:sldMk cId="420168688" sldId="260"/>
            <ac:spMk id="17" creationId="{83BCB34A-2F40-4F41-8488-A134C1C155B7}"/>
          </ac:spMkLst>
        </pc:spChg>
        <pc:spChg chg="add del">
          <ac:chgData name="Ali Akbar" userId="7ad23ff2803fa24b" providerId="LiveId" clId="{9701F65E-9EB6-4EE8-98CE-24E6904F9076}" dt="2025-03-03T04:37:16.489" v="14" actId="26606"/>
          <ac:spMkLst>
            <pc:docMk/>
            <pc:sldMk cId="420168688" sldId="260"/>
            <ac:spMk id="18" creationId="{A169D286-F4D7-4C8B-A6BD-D05384C7F1D8}"/>
          </ac:spMkLst>
        </pc:spChg>
        <pc:spChg chg="add del">
          <ac:chgData name="Ali Akbar" userId="7ad23ff2803fa24b" providerId="LiveId" clId="{9701F65E-9EB6-4EE8-98CE-24E6904F9076}" dt="2025-03-03T04:37:16.489" v="14" actId="26606"/>
          <ac:spMkLst>
            <pc:docMk/>
            <pc:sldMk cId="420168688" sldId="260"/>
            <ac:spMk id="19" creationId="{F78382DC-4207-465E-B379-1E16448AA222}"/>
          </ac:spMkLst>
        </pc:spChg>
        <pc:spChg chg="add del">
          <ac:chgData name="Ali Akbar" userId="7ad23ff2803fa24b" providerId="LiveId" clId="{9701F65E-9EB6-4EE8-98CE-24E6904F9076}" dt="2025-03-03T04:37:16.489" v="14" actId="26606"/>
          <ac:spMkLst>
            <pc:docMk/>
            <pc:sldMk cId="420168688" sldId="260"/>
            <ac:spMk id="20" creationId="{39E8235E-135E-4261-8F54-2B316E493C42}"/>
          </ac:spMkLst>
        </pc:spChg>
        <pc:spChg chg="add del">
          <ac:chgData name="Ali Akbar" userId="7ad23ff2803fa24b" providerId="LiveId" clId="{9701F65E-9EB6-4EE8-98CE-24E6904F9076}" dt="2025-03-03T04:37:16.489" v="14" actId="26606"/>
          <ac:spMkLst>
            <pc:docMk/>
            <pc:sldMk cId="420168688" sldId="260"/>
            <ac:spMk id="21" creationId="{D4ED8EC3-4D57-4620-93CE-4E6661F09A3E}"/>
          </ac:spMkLst>
        </pc:spChg>
        <pc:spChg chg="add del">
          <ac:chgData name="Ali Akbar" userId="7ad23ff2803fa24b" providerId="LiveId" clId="{9701F65E-9EB6-4EE8-98CE-24E6904F9076}" dt="2025-03-03T04:38:01.641" v="24" actId="26606"/>
          <ac:spMkLst>
            <pc:docMk/>
            <pc:sldMk cId="420168688" sldId="260"/>
            <ac:spMk id="23" creationId="{2F19B711-C590-44D1-9AA8-9F143B0ED58A}"/>
          </ac:spMkLst>
        </pc:spChg>
        <pc:spChg chg="add del">
          <ac:chgData name="Ali Akbar" userId="7ad23ff2803fa24b" providerId="LiveId" clId="{9701F65E-9EB6-4EE8-98CE-24E6904F9076}" dt="2025-03-03T04:38:01.641" v="24" actId="26606"/>
          <ac:spMkLst>
            <pc:docMk/>
            <pc:sldMk cId="420168688" sldId="260"/>
            <ac:spMk id="24" creationId="{C0C79CF2-6A1C-4636-84CE-ABB2BE191D23}"/>
          </ac:spMkLst>
        </pc:spChg>
        <pc:spChg chg="add del">
          <ac:chgData name="Ali Akbar" userId="7ad23ff2803fa24b" providerId="LiveId" clId="{9701F65E-9EB6-4EE8-98CE-24E6904F9076}" dt="2025-03-03T04:38:01.641" v="24" actId="26606"/>
          <ac:spMkLst>
            <pc:docMk/>
            <pc:sldMk cId="420168688" sldId="260"/>
            <ac:spMk id="25" creationId="{7A5D17DF-AD65-402C-A95C-F13C770C9FCD}"/>
          </ac:spMkLst>
        </pc:spChg>
        <pc:spChg chg="add del">
          <ac:chgData name="Ali Akbar" userId="7ad23ff2803fa24b" providerId="LiveId" clId="{9701F65E-9EB6-4EE8-98CE-24E6904F9076}" dt="2025-03-03T04:37:43.420" v="17" actId="26606"/>
          <ac:spMkLst>
            <pc:docMk/>
            <pc:sldMk cId="420168688" sldId="260"/>
            <ac:spMk id="30" creationId="{2F19B711-C590-44D1-9AA8-9F143B0ED58A}"/>
          </ac:spMkLst>
        </pc:spChg>
        <pc:spChg chg="add del">
          <ac:chgData name="Ali Akbar" userId="7ad23ff2803fa24b" providerId="LiveId" clId="{9701F65E-9EB6-4EE8-98CE-24E6904F9076}" dt="2025-03-03T04:37:43.420" v="17" actId="26606"/>
          <ac:spMkLst>
            <pc:docMk/>
            <pc:sldMk cId="420168688" sldId="260"/>
            <ac:spMk id="32" creationId="{C0C79CF2-6A1C-4636-84CE-ABB2BE191D23}"/>
          </ac:spMkLst>
        </pc:spChg>
        <pc:spChg chg="add del">
          <ac:chgData name="Ali Akbar" userId="7ad23ff2803fa24b" providerId="LiveId" clId="{9701F65E-9EB6-4EE8-98CE-24E6904F9076}" dt="2025-03-03T04:37:43.420" v="17" actId="26606"/>
          <ac:spMkLst>
            <pc:docMk/>
            <pc:sldMk cId="420168688" sldId="260"/>
            <ac:spMk id="34" creationId="{7A5D17DF-AD65-402C-A95C-F13C770C9FCD}"/>
          </ac:spMkLst>
        </pc:spChg>
        <pc:spChg chg="add del">
          <ac:chgData name="Ali Akbar" userId="7ad23ff2803fa24b" providerId="LiveId" clId="{9701F65E-9EB6-4EE8-98CE-24E6904F9076}" dt="2025-03-03T04:37:56.525" v="19" actId="26606"/>
          <ac:spMkLst>
            <pc:docMk/>
            <pc:sldMk cId="420168688" sldId="260"/>
            <ac:spMk id="36" creationId="{5F9CFCE6-877F-4858-B8BD-2C52CA8AFBC4}"/>
          </ac:spMkLst>
        </pc:spChg>
        <pc:spChg chg="add del">
          <ac:chgData name="Ali Akbar" userId="7ad23ff2803fa24b" providerId="LiveId" clId="{9701F65E-9EB6-4EE8-98CE-24E6904F9076}" dt="2025-03-03T04:37:56.525" v="19" actId="26606"/>
          <ac:spMkLst>
            <pc:docMk/>
            <pc:sldMk cId="420168688" sldId="260"/>
            <ac:spMk id="37" creationId="{8213F8A0-12AE-4514-8372-0DD766EC28EE}"/>
          </ac:spMkLst>
        </pc:spChg>
        <pc:spChg chg="add del">
          <ac:chgData name="Ali Akbar" userId="7ad23ff2803fa24b" providerId="LiveId" clId="{9701F65E-9EB6-4EE8-98CE-24E6904F9076}" dt="2025-03-03T04:37:56.525" v="19" actId="26606"/>
          <ac:spMkLst>
            <pc:docMk/>
            <pc:sldMk cId="420168688" sldId="260"/>
            <ac:spMk id="38" creationId="{9EFF17D4-9A8C-4CE5-B096-D8CCD4400437}"/>
          </ac:spMkLst>
        </pc:spChg>
        <pc:spChg chg="add del">
          <ac:chgData name="Ali Akbar" userId="7ad23ff2803fa24b" providerId="LiveId" clId="{9701F65E-9EB6-4EE8-98CE-24E6904F9076}" dt="2025-03-03T04:37:58.705" v="21" actId="26606"/>
          <ac:spMkLst>
            <pc:docMk/>
            <pc:sldMk cId="420168688" sldId="260"/>
            <ac:spMk id="40" creationId="{664E23E2-7440-4E36-A67B-0F88C5F7E185}"/>
          </ac:spMkLst>
        </pc:spChg>
        <pc:spChg chg="add del">
          <ac:chgData name="Ali Akbar" userId="7ad23ff2803fa24b" providerId="LiveId" clId="{9701F65E-9EB6-4EE8-98CE-24E6904F9076}" dt="2025-03-03T04:37:58.705" v="21" actId="26606"/>
          <ac:spMkLst>
            <pc:docMk/>
            <pc:sldMk cId="420168688" sldId="260"/>
            <ac:spMk id="41" creationId="{B06949AE-010D-4C18-8AED-7872085ADD57}"/>
          </ac:spMkLst>
        </pc:spChg>
        <pc:spChg chg="add del">
          <ac:chgData name="Ali Akbar" userId="7ad23ff2803fa24b" providerId="LiveId" clId="{9701F65E-9EB6-4EE8-98CE-24E6904F9076}" dt="2025-03-03T04:37:58.705" v="21" actId="26606"/>
          <ac:spMkLst>
            <pc:docMk/>
            <pc:sldMk cId="420168688" sldId="260"/>
            <ac:spMk id="42" creationId="{FE54AADB-50C7-4293-94C0-27361A32B8CF}"/>
          </ac:spMkLst>
        </pc:spChg>
        <pc:spChg chg="add del">
          <ac:chgData name="Ali Akbar" userId="7ad23ff2803fa24b" providerId="LiveId" clId="{9701F65E-9EB6-4EE8-98CE-24E6904F9076}" dt="2025-03-03T04:38:01.630" v="23" actId="26606"/>
          <ac:spMkLst>
            <pc:docMk/>
            <pc:sldMk cId="420168688" sldId="260"/>
            <ac:spMk id="44" creationId="{0205D939-00C4-4F2E-9797-3170DD040D90}"/>
          </ac:spMkLst>
        </pc:spChg>
        <pc:spChg chg="add del">
          <ac:chgData name="Ali Akbar" userId="7ad23ff2803fa24b" providerId="LiveId" clId="{9701F65E-9EB6-4EE8-98CE-24E6904F9076}" dt="2025-03-03T04:38:01.630" v="23" actId="26606"/>
          <ac:spMkLst>
            <pc:docMk/>
            <pc:sldMk cId="420168688" sldId="260"/>
            <ac:spMk id="45" creationId="{38EE4E44-1403-472B-8C01-D354CB8F5AE7}"/>
          </ac:spMkLst>
        </pc:spChg>
        <pc:spChg chg="add del">
          <ac:chgData name="Ali Akbar" userId="7ad23ff2803fa24b" providerId="LiveId" clId="{9701F65E-9EB6-4EE8-98CE-24E6904F9076}" dt="2025-03-03T04:38:01.630" v="23" actId="26606"/>
          <ac:spMkLst>
            <pc:docMk/>
            <pc:sldMk cId="420168688" sldId="260"/>
            <ac:spMk id="46" creationId="{583CCE40-4C5F-42D3-86D9-7892AD1E98E3}"/>
          </ac:spMkLst>
        </pc:spChg>
        <pc:spChg chg="add">
          <ac:chgData name="Ali Akbar" userId="7ad23ff2803fa24b" providerId="LiveId" clId="{9701F65E-9EB6-4EE8-98CE-24E6904F9076}" dt="2025-03-03T04:38:01.641" v="24" actId="26606"/>
          <ac:spMkLst>
            <pc:docMk/>
            <pc:sldMk cId="420168688" sldId="260"/>
            <ac:spMk id="48" creationId="{664E23E2-7440-4E36-A67B-0F88C5F7E185}"/>
          </ac:spMkLst>
        </pc:spChg>
        <pc:spChg chg="add">
          <ac:chgData name="Ali Akbar" userId="7ad23ff2803fa24b" providerId="LiveId" clId="{9701F65E-9EB6-4EE8-98CE-24E6904F9076}" dt="2025-03-03T04:38:01.641" v="24" actId="26606"/>
          <ac:spMkLst>
            <pc:docMk/>
            <pc:sldMk cId="420168688" sldId="260"/>
            <ac:spMk id="49" creationId="{B06949AE-010D-4C18-8AED-7872085ADD57}"/>
          </ac:spMkLst>
        </pc:spChg>
        <pc:spChg chg="add">
          <ac:chgData name="Ali Akbar" userId="7ad23ff2803fa24b" providerId="LiveId" clId="{9701F65E-9EB6-4EE8-98CE-24E6904F9076}" dt="2025-03-03T04:38:01.641" v="24" actId="26606"/>
          <ac:spMkLst>
            <pc:docMk/>
            <pc:sldMk cId="420168688" sldId="260"/>
            <ac:spMk id="50" creationId="{FE54AADB-50C7-4293-94C0-27361A32B8CF}"/>
          </ac:spMkLst>
        </pc:spChg>
        <pc:picChg chg="add mod ord">
          <ac:chgData name="Ali Akbar" userId="7ad23ff2803fa24b" providerId="LiveId" clId="{9701F65E-9EB6-4EE8-98CE-24E6904F9076}" dt="2025-03-03T04:38:24.578" v="25" actId="27614"/>
          <ac:picMkLst>
            <pc:docMk/>
            <pc:sldMk cId="420168688" sldId="260"/>
            <ac:picMk id="5" creationId="{3959AD18-F8D4-3F4D-07D5-3F94B43965CD}"/>
          </ac:picMkLst>
        </pc:picChg>
        <pc:picChg chg="add mod">
          <ac:chgData name="Ali Akbar" userId="7ad23ff2803fa24b" providerId="LiveId" clId="{9701F65E-9EB6-4EE8-98CE-24E6904F9076}" dt="2025-03-03T04:38:26.032" v="26" actId="27614"/>
          <ac:picMkLst>
            <pc:docMk/>
            <pc:sldMk cId="420168688" sldId="260"/>
            <ac:picMk id="6" creationId="{D58338AF-4835-8CEE-02B3-66478C833DE8}"/>
          </ac:picMkLst>
        </pc:picChg>
      </pc:sldChg>
      <pc:sldChg chg="addSp delSp modSp new mod">
        <pc:chgData name="Ali Akbar" userId="7ad23ff2803fa24b" providerId="LiveId" clId="{9701F65E-9EB6-4EE8-98CE-24E6904F9076}" dt="2025-03-03T05:21:19.316" v="367" actId="123"/>
        <pc:sldMkLst>
          <pc:docMk/>
          <pc:sldMk cId="2545030169" sldId="261"/>
        </pc:sldMkLst>
        <pc:spChg chg="mod">
          <ac:chgData name="Ali Akbar" userId="7ad23ff2803fa24b" providerId="LiveId" clId="{9701F65E-9EB6-4EE8-98CE-24E6904F9076}" dt="2025-03-03T04:41:38.390" v="43" actId="14100"/>
          <ac:spMkLst>
            <pc:docMk/>
            <pc:sldMk cId="2545030169" sldId="261"/>
            <ac:spMk id="2" creationId="{245A7EC7-954C-A959-274E-8FA8937D3296}"/>
          </ac:spMkLst>
        </pc:spChg>
        <pc:spChg chg="del mod">
          <ac:chgData name="Ali Akbar" userId="7ad23ff2803fa24b" providerId="LiveId" clId="{9701F65E-9EB6-4EE8-98CE-24E6904F9076}" dt="2025-03-03T05:18:33.632" v="364" actId="26606"/>
          <ac:spMkLst>
            <pc:docMk/>
            <pc:sldMk cId="2545030169" sldId="261"/>
            <ac:spMk id="3" creationId="{7BE7F943-4689-110D-4268-DDD123926E19}"/>
          </ac:spMkLst>
        </pc:spChg>
        <pc:graphicFrameChg chg="add mod">
          <ac:chgData name="Ali Akbar" userId="7ad23ff2803fa24b" providerId="LiveId" clId="{9701F65E-9EB6-4EE8-98CE-24E6904F9076}" dt="2025-03-03T05:21:19.316" v="367" actId="123"/>
          <ac:graphicFrameMkLst>
            <pc:docMk/>
            <pc:sldMk cId="2545030169" sldId="261"/>
            <ac:graphicFrameMk id="5" creationId="{2D618F20-9DB9-F5D0-BB64-DD1FE438D9BB}"/>
          </ac:graphicFrameMkLst>
        </pc:graphicFrameChg>
      </pc:sldChg>
      <pc:sldChg chg="addSp delSp modSp new mod setBg">
        <pc:chgData name="Ali Akbar" userId="7ad23ff2803fa24b" providerId="LiveId" clId="{9701F65E-9EB6-4EE8-98CE-24E6904F9076}" dt="2025-03-03T04:48:26.458" v="109" actId="26606"/>
        <pc:sldMkLst>
          <pc:docMk/>
          <pc:sldMk cId="941558118" sldId="262"/>
        </pc:sldMkLst>
        <pc:spChg chg="mod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2" creationId="{05E4A52A-5AC8-D4AC-ADDB-FC4C2AF45FFE}"/>
          </ac:spMkLst>
        </pc:spChg>
        <pc:spChg chg="del">
          <ac:chgData name="Ali Akbar" userId="7ad23ff2803fa24b" providerId="LiveId" clId="{9701F65E-9EB6-4EE8-98CE-24E6904F9076}" dt="2025-03-03T04:42:30.640" v="47" actId="3680"/>
          <ac:spMkLst>
            <pc:docMk/>
            <pc:sldMk cId="941558118" sldId="262"/>
            <ac:spMk id="3" creationId="{F4B07323-43FA-7F62-4B98-E8930E1E7719}"/>
          </ac:spMkLst>
        </pc:spChg>
        <pc:spChg chg="add del">
          <ac:chgData name="Ali Akbar" userId="7ad23ff2803fa24b" providerId="LiveId" clId="{9701F65E-9EB6-4EE8-98CE-24E6904F9076}" dt="2025-03-03T04:47:39.762" v="91" actId="26606"/>
          <ac:spMkLst>
            <pc:docMk/>
            <pc:sldMk cId="941558118" sldId="262"/>
            <ac:spMk id="9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4:47:39.762" v="91" actId="26606"/>
          <ac:spMkLst>
            <pc:docMk/>
            <pc:sldMk cId="941558118" sldId="262"/>
            <ac:spMk id="11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4:47:39.762" v="91" actId="26606"/>
          <ac:spMkLst>
            <pc:docMk/>
            <pc:sldMk cId="941558118" sldId="262"/>
            <ac:spMk id="13" creationId="{AAD0DBB9-1A4B-4391-81D4-CB19F9AB918A}"/>
          </ac:spMkLst>
        </pc:spChg>
        <pc:spChg chg="add del">
          <ac:chgData name="Ali Akbar" userId="7ad23ff2803fa24b" providerId="LiveId" clId="{9701F65E-9EB6-4EE8-98CE-24E6904F9076}" dt="2025-03-03T04:47:39.762" v="91" actId="26606"/>
          <ac:spMkLst>
            <pc:docMk/>
            <pc:sldMk cId="941558118" sldId="262"/>
            <ac:spMk id="15" creationId="{063BBA22-50EA-4C4D-BE05-F1CE4E63AA56}"/>
          </ac:spMkLst>
        </pc:spChg>
        <pc:spChg chg="add del">
          <ac:chgData name="Ali Akbar" userId="7ad23ff2803fa24b" providerId="LiveId" clId="{9701F65E-9EB6-4EE8-98CE-24E6904F9076}" dt="2025-03-03T04:47:41.262" v="93" actId="26606"/>
          <ac:spMkLst>
            <pc:docMk/>
            <pc:sldMk cId="941558118" sldId="262"/>
            <ac:spMk id="16" creationId="{D5B0017B-2ECA-49AF-B397-DC140825DF8D}"/>
          </ac:spMkLst>
        </pc:spChg>
        <pc:spChg chg="add del">
          <ac:chgData name="Ali Akbar" userId="7ad23ff2803fa24b" providerId="LiveId" clId="{9701F65E-9EB6-4EE8-98CE-24E6904F9076}" dt="2025-03-03T04:47:41.262" v="93" actId="26606"/>
          <ac:spMkLst>
            <pc:docMk/>
            <pc:sldMk cId="941558118" sldId="262"/>
            <ac:spMk id="17" creationId="{56E9B3E6-E277-4D68-BA48-9CB43FFBD6E2}"/>
          </ac:spMkLst>
        </pc:spChg>
        <pc:spChg chg="add del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22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23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24" creationId="{AAD0DBB9-1A4B-4391-81D4-CB19F9AB918A}"/>
          </ac:spMkLst>
        </pc:spChg>
        <pc:spChg chg="add del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25" creationId="{063BBA22-50EA-4C4D-BE05-F1CE4E63AA56}"/>
          </ac:spMkLst>
        </pc:spChg>
        <pc:spChg chg="add del">
          <ac:chgData name="Ali Akbar" userId="7ad23ff2803fa24b" providerId="LiveId" clId="{9701F65E-9EB6-4EE8-98CE-24E6904F9076}" dt="2025-03-03T04:48:09.433" v="100" actId="26606"/>
          <ac:spMkLst>
            <pc:docMk/>
            <pc:sldMk cId="941558118" sldId="262"/>
            <ac:spMk id="30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4:48:09.433" v="100" actId="26606"/>
          <ac:spMkLst>
            <pc:docMk/>
            <pc:sldMk cId="941558118" sldId="262"/>
            <ac:spMk id="32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4:48:09.433" v="100" actId="26606"/>
          <ac:spMkLst>
            <pc:docMk/>
            <pc:sldMk cId="941558118" sldId="262"/>
            <ac:spMk id="34" creationId="{AAD0DBB9-1A4B-4391-81D4-CB19F9AB918A}"/>
          </ac:spMkLst>
        </pc:spChg>
        <pc:spChg chg="add del">
          <ac:chgData name="Ali Akbar" userId="7ad23ff2803fa24b" providerId="LiveId" clId="{9701F65E-9EB6-4EE8-98CE-24E6904F9076}" dt="2025-03-03T04:48:09.433" v="100" actId="26606"/>
          <ac:spMkLst>
            <pc:docMk/>
            <pc:sldMk cId="941558118" sldId="262"/>
            <ac:spMk id="36" creationId="{063BBA22-50EA-4C4D-BE05-F1CE4E63AA56}"/>
          </ac:spMkLst>
        </pc:spChg>
        <pc:spChg chg="add del">
          <ac:chgData name="Ali Akbar" userId="7ad23ff2803fa24b" providerId="LiveId" clId="{9701F65E-9EB6-4EE8-98CE-24E6904F9076}" dt="2025-03-03T04:48:12.911" v="102" actId="26606"/>
          <ac:spMkLst>
            <pc:docMk/>
            <pc:sldMk cId="941558118" sldId="262"/>
            <ac:spMk id="38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4:48:12.911" v="102" actId="26606"/>
          <ac:spMkLst>
            <pc:docMk/>
            <pc:sldMk cId="941558118" sldId="262"/>
            <ac:spMk id="39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4:48:12.911" v="102" actId="26606"/>
          <ac:spMkLst>
            <pc:docMk/>
            <pc:sldMk cId="941558118" sldId="262"/>
            <ac:spMk id="40" creationId="{AAD0DBB9-1A4B-4391-81D4-CB19F9AB918A}"/>
          </ac:spMkLst>
        </pc:spChg>
        <pc:spChg chg="add del">
          <ac:chgData name="Ali Akbar" userId="7ad23ff2803fa24b" providerId="LiveId" clId="{9701F65E-9EB6-4EE8-98CE-24E6904F9076}" dt="2025-03-03T04:48:12.911" v="102" actId="26606"/>
          <ac:spMkLst>
            <pc:docMk/>
            <pc:sldMk cId="941558118" sldId="262"/>
            <ac:spMk id="41" creationId="{063BBA22-50EA-4C4D-BE05-F1CE4E63AA56}"/>
          </ac:spMkLst>
        </pc:spChg>
        <pc:spChg chg="add del">
          <ac:chgData name="Ali Akbar" userId="7ad23ff2803fa24b" providerId="LiveId" clId="{9701F65E-9EB6-4EE8-98CE-24E6904F9076}" dt="2025-03-03T04:48:18.402" v="104" actId="26606"/>
          <ac:spMkLst>
            <pc:docMk/>
            <pc:sldMk cId="941558118" sldId="262"/>
            <ac:spMk id="43" creationId="{35DB3719-6FDC-4E5D-891D-FF40B7300F64}"/>
          </ac:spMkLst>
        </pc:spChg>
        <pc:spChg chg="add del">
          <ac:chgData name="Ali Akbar" userId="7ad23ff2803fa24b" providerId="LiveId" clId="{9701F65E-9EB6-4EE8-98CE-24E6904F9076}" dt="2025-03-03T04:48:18.402" v="104" actId="26606"/>
          <ac:spMkLst>
            <pc:docMk/>
            <pc:sldMk cId="941558118" sldId="262"/>
            <ac:spMk id="44" creationId="{E0CBAC23-2E3F-4A90-BA59-F8299F6A5439}"/>
          </ac:spMkLst>
        </pc:spChg>
        <pc:spChg chg="add del">
          <ac:chgData name="Ali Akbar" userId="7ad23ff2803fa24b" providerId="LiveId" clId="{9701F65E-9EB6-4EE8-98CE-24E6904F9076}" dt="2025-03-03T04:48:26.400" v="108" actId="26606"/>
          <ac:spMkLst>
            <pc:docMk/>
            <pc:sldMk cId="941558118" sldId="262"/>
            <ac:spMk id="49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4:48:26.400" v="108" actId="26606"/>
          <ac:spMkLst>
            <pc:docMk/>
            <pc:sldMk cId="941558118" sldId="262"/>
            <ac:spMk id="50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4:48:26.400" v="108" actId="26606"/>
          <ac:spMkLst>
            <pc:docMk/>
            <pc:sldMk cId="941558118" sldId="262"/>
            <ac:spMk id="51" creationId="{AAD0DBB9-1A4B-4391-81D4-CB19F9AB918A}"/>
          </ac:spMkLst>
        </pc:spChg>
        <pc:spChg chg="add del">
          <ac:chgData name="Ali Akbar" userId="7ad23ff2803fa24b" providerId="LiveId" clId="{9701F65E-9EB6-4EE8-98CE-24E6904F9076}" dt="2025-03-03T04:48:26.400" v="108" actId="26606"/>
          <ac:spMkLst>
            <pc:docMk/>
            <pc:sldMk cId="941558118" sldId="262"/>
            <ac:spMk id="52" creationId="{063BBA22-50EA-4C4D-BE05-F1CE4E63AA56}"/>
          </ac:spMkLst>
        </pc:spChg>
        <pc:spChg chg="add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54" creationId="{BACC6370-2D7E-4714-9D71-7542949D7D5D}"/>
          </ac:spMkLst>
        </pc:spChg>
        <pc:spChg chg="add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55" creationId="{F68B3F68-107C-434F-AA38-110D5EA91B85}"/>
          </ac:spMkLst>
        </pc:spChg>
        <pc:spChg chg="add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56" creationId="{AAD0DBB9-1A4B-4391-81D4-CB19F9AB918A}"/>
          </ac:spMkLst>
        </pc:spChg>
        <pc:spChg chg="add">
          <ac:chgData name="Ali Akbar" userId="7ad23ff2803fa24b" providerId="LiveId" clId="{9701F65E-9EB6-4EE8-98CE-24E6904F9076}" dt="2025-03-03T04:48:26.458" v="109" actId="26606"/>
          <ac:spMkLst>
            <pc:docMk/>
            <pc:sldMk cId="941558118" sldId="262"/>
            <ac:spMk id="57" creationId="{063BBA22-50EA-4C4D-BE05-F1CE4E63AA56}"/>
          </ac:spMkLst>
        </pc:spChg>
        <pc:grpChg chg="add del">
          <ac:chgData name="Ali Akbar" userId="7ad23ff2803fa24b" providerId="LiveId" clId="{9701F65E-9EB6-4EE8-98CE-24E6904F9076}" dt="2025-03-03T04:47:41.262" v="93" actId="26606"/>
          <ac:grpSpMkLst>
            <pc:docMk/>
            <pc:sldMk cId="941558118" sldId="262"/>
            <ac:grpSpMk id="19" creationId="{AE1C45F0-260A-458C-96ED-C1F6D2151219}"/>
          </ac:grpSpMkLst>
        </pc:grpChg>
        <pc:grpChg chg="add del">
          <ac:chgData name="Ali Akbar" userId="7ad23ff2803fa24b" providerId="LiveId" clId="{9701F65E-9EB6-4EE8-98CE-24E6904F9076}" dt="2025-03-03T04:48:24.074" v="106" actId="26606"/>
          <ac:grpSpMkLst>
            <pc:docMk/>
            <pc:sldMk cId="941558118" sldId="262"/>
            <ac:grpSpMk id="46" creationId="{1E5539EC-8CB8-002F-68C6-678840282659}"/>
          </ac:grpSpMkLst>
        </pc:grpChg>
        <pc:graphicFrameChg chg="add mod ord modGraphic">
          <ac:chgData name="Ali Akbar" userId="7ad23ff2803fa24b" providerId="LiveId" clId="{9701F65E-9EB6-4EE8-98CE-24E6904F9076}" dt="2025-03-03T04:48:26.458" v="109" actId="26606"/>
          <ac:graphicFrameMkLst>
            <pc:docMk/>
            <pc:sldMk cId="941558118" sldId="262"/>
            <ac:graphicFrameMk id="4" creationId="{845CE37C-71B4-7032-15FF-14CEFEA619C8}"/>
          </ac:graphicFrameMkLst>
        </pc:graphicFrameChg>
        <pc:cxnChg chg="add del">
          <ac:chgData name="Ali Akbar" userId="7ad23ff2803fa24b" providerId="LiveId" clId="{9701F65E-9EB6-4EE8-98CE-24E6904F9076}" dt="2025-03-03T04:47:41.262" v="93" actId="26606"/>
          <ac:cxnSpMkLst>
            <pc:docMk/>
            <pc:sldMk cId="941558118" sldId="262"/>
            <ac:cxnSpMk id="18" creationId="{6CF1BAF6-AD41-4082-B212-8A1F9A2E8779}"/>
          </ac:cxnSpMkLst>
        </pc:cxnChg>
      </pc:sldChg>
      <pc:sldChg chg="addSp delSp modSp new mod setBg">
        <pc:chgData name="Ali Akbar" userId="7ad23ff2803fa24b" providerId="LiveId" clId="{9701F65E-9EB6-4EE8-98CE-24E6904F9076}" dt="2025-03-03T04:58:49.872" v="195" actId="1035"/>
        <pc:sldMkLst>
          <pc:docMk/>
          <pc:sldMk cId="2576747354" sldId="263"/>
        </pc:sldMkLst>
        <pc:spChg chg="mod">
          <ac:chgData name="Ali Akbar" userId="7ad23ff2803fa24b" providerId="LiveId" clId="{9701F65E-9EB6-4EE8-98CE-24E6904F9076}" dt="2025-03-03T04:58:35.336" v="187" actId="113"/>
          <ac:spMkLst>
            <pc:docMk/>
            <pc:sldMk cId="2576747354" sldId="263"/>
            <ac:spMk id="2" creationId="{4ADC1759-65EE-5493-BAC6-B816D69EF5FF}"/>
          </ac:spMkLst>
        </pc:spChg>
        <pc:spChg chg="add del mod">
          <ac:chgData name="Ali Akbar" userId="7ad23ff2803fa24b" providerId="LiveId" clId="{9701F65E-9EB6-4EE8-98CE-24E6904F9076}" dt="2025-03-03T04:58:13.011" v="183" actId="27636"/>
          <ac:spMkLst>
            <pc:docMk/>
            <pc:sldMk cId="2576747354" sldId="263"/>
            <ac:spMk id="3" creationId="{F6243EC3-DB6A-2ECD-4701-04EF90D876C6}"/>
          </ac:spMkLst>
        </pc:spChg>
        <pc:spChg chg="add del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8" creationId="{1B15ED52-F352-441B-82BF-E0EA34836D08}"/>
          </ac:spMkLst>
        </pc:spChg>
        <pc:spChg chg="add del">
          <ac:chgData name="Ali Akbar" userId="7ad23ff2803fa24b" providerId="LiveId" clId="{9701F65E-9EB6-4EE8-98CE-24E6904F9076}" dt="2025-03-03T04:51:02.373" v="145" actId="26606"/>
          <ac:spMkLst>
            <pc:docMk/>
            <pc:sldMk cId="2576747354" sldId="263"/>
            <ac:spMk id="9" creationId="{BACC6370-2D7E-4714-9D71-7542949D7D5D}"/>
          </ac:spMkLst>
        </pc:spChg>
        <pc:spChg chg="add">
          <ac:chgData name="Ali Akbar" userId="7ad23ff2803fa24b" providerId="LiveId" clId="{9701F65E-9EB6-4EE8-98CE-24E6904F9076}" dt="2025-03-03T04:52:40.595" v="156" actId="26606"/>
          <ac:spMkLst>
            <pc:docMk/>
            <pc:sldMk cId="2576747354" sldId="263"/>
            <ac:spMk id="10" creationId="{3B2E3793-BFE6-45A2-9B7B-E18844431C99}"/>
          </ac:spMkLst>
        </pc:spChg>
        <pc:spChg chg="add del">
          <ac:chgData name="Ali Akbar" userId="7ad23ff2803fa24b" providerId="LiveId" clId="{9701F65E-9EB6-4EE8-98CE-24E6904F9076}" dt="2025-03-03T04:51:02.373" v="145" actId="26606"/>
          <ac:spMkLst>
            <pc:docMk/>
            <pc:sldMk cId="2576747354" sldId="263"/>
            <ac:spMk id="11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12" creationId="{BC4C4868-CB8F-4AF9-9CDB-8108F2C19B67}"/>
          </ac:spMkLst>
        </pc:spChg>
        <pc:spChg chg="add del">
          <ac:chgData name="Ali Akbar" userId="7ad23ff2803fa24b" providerId="LiveId" clId="{9701F65E-9EB6-4EE8-98CE-24E6904F9076}" dt="2025-03-03T04:51:02.373" v="145" actId="26606"/>
          <ac:spMkLst>
            <pc:docMk/>
            <pc:sldMk cId="2576747354" sldId="263"/>
            <ac:spMk id="13" creationId="{AAD0DBB9-1A4B-4391-81D4-CB19F9AB918A}"/>
          </ac:spMkLst>
        </pc:spChg>
        <pc:spChg chg="add">
          <ac:chgData name="Ali Akbar" userId="7ad23ff2803fa24b" providerId="LiveId" clId="{9701F65E-9EB6-4EE8-98CE-24E6904F9076}" dt="2025-03-03T04:52:40.595" v="156" actId="26606"/>
          <ac:spMkLst>
            <pc:docMk/>
            <pc:sldMk cId="2576747354" sldId="263"/>
            <ac:spMk id="14" creationId="{375E0459-6403-40CD-989D-56A4407CA12E}"/>
          </ac:spMkLst>
        </pc:spChg>
        <pc:spChg chg="add del">
          <ac:chgData name="Ali Akbar" userId="7ad23ff2803fa24b" providerId="LiveId" clId="{9701F65E-9EB6-4EE8-98CE-24E6904F9076}" dt="2025-03-03T04:51:02.373" v="145" actId="26606"/>
          <ac:spMkLst>
            <pc:docMk/>
            <pc:sldMk cId="2576747354" sldId="263"/>
            <ac:spMk id="15" creationId="{063BBA22-50EA-4C4D-BE05-F1CE4E63AA56}"/>
          </ac:spMkLst>
        </pc:spChg>
        <pc:spChg chg="add del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16" creationId="{53E5B1A8-3AC9-4BD1-9BBC-78CA94F2D1BA}"/>
          </ac:spMkLst>
        </pc:spChg>
        <pc:spChg chg="add del">
          <ac:chgData name="Ali Akbar" userId="7ad23ff2803fa24b" providerId="LiveId" clId="{9701F65E-9EB6-4EE8-98CE-24E6904F9076}" dt="2025-03-03T04:52:33.952" v="155" actId="26606"/>
          <ac:spMkLst>
            <pc:docMk/>
            <pc:sldMk cId="2576747354" sldId="263"/>
            <ac:spMk id="17" creationId="{43F8A58B-5155-44CE-A5FF-7647B47D0A7A}"/>
          </ac:spMkLst>
        </pc:spChg>
        <pc:spChg chg="add del">
          <ac:chgData name="Ali Akbar" userId="7ad23ff2803fa24b" providerId="LiveId" clId="{9701F65E-9EB6-4EE8-98CE-24E6904F9076}" dt="2025-03-03T04:52:33.952" v="155" actId="26606"/>
          <ac:spMkLst>
            <pc:docMk/>
            <pc:sldMk cId="2576747354" sldId="263"/>
            <ac:spMk id="18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4:52:33.952" v="155" actId="26606"/>
          <ac:spMkLst>
            <pc:docMk/>
            <pc:sldMk cId="2576747354" sldId="263"/>
            <ac:spMk id="19" creationId="{443F2ACA-E6D6-4028-82DD-F03C262D5DE6}"/>
          </ac:spMkLst>
        </pc:spChg>
        <pc:spChg chg="add del">
          <ac:chgData name="Ali Akbar" userId="7ad23ff2803fa24b" providerId="LiveId" clId="{9701F65E-9EB6-4EE8-98CE-24E6904F9076}" dt="2025-03-03T04:52:33.952" v="155" actId="26606"/>
          <ac:spMkLst>
            <pc:docMk/>
            <pc:sldMk cId="2576747354" sldId="263"/>
            <ac:spMk id="20" creationId="{256B2C21-A230-48C0-8DF1-C46611373C44}"/>
          </ac:spMkLst>
        </pc:spChg>
        <pc:spChg chg="add del">
          <ac:chgData name="Ali Akbar" userId="7ad23ff2803fa24b" providerId="LiveId" clId="{9701F65E-9EB6-4EE8-98CE-24E6904F9076}" dt="2025-03-03T04:52:33.952" v="155" actId="26606"/>
          <ac:spMkLst>
            <pc:docMk/>
            <pc:sldMk cId="2576747354" sldId="263"/>
            <ac:spMk id="21" creationId="{3847E18C-932D-4C95-AABA-FEC7C9499AD7}"/>
          </ac:spMkLst>
        </pc:spChg>
        <pc:spChg chg="add del">
          <ac:chgData name="Ali Akbar" userId="7ad23ff2803fa24b" providerId="LiveId" clId="{9701F65E-9EB6-4EE8-98CE-24E6904F9076}" dt="2025-03-03T04:52:33.952" v="155" actId="26606"/>
          <ac:spMkLst>
            <pc:docMk/>
            <pc:sldMk cId="2576747354" sldId="263"/>
            <ac:spMk id="22" creationId="{3150CB11-0C61-439E-910F-5787759E72A0}"/>
          </ac:spMkLst>
        </pc:spChg>
        <pc:spChg chg="add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24" creationId="{12609869-9E80-471B-A487-A53288E0E791}"/>
          </ac:spMkLst>
        </pc:spChg>
        <pc:spChg chg="add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25" creationId="{B8B8D07F-F13E-443E-BA68-2D26672D76B9}"/>
          </ac:spMkLst>
        </pc:spChg>
        <pc:spChg chg="add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26" creationId="{7004738A-9D34-43E8-97D2-CA0EED4F8BE0}"/>
          </ac:spMkLst>
        </pc:spChg>
        <pc:spChg chg="add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27" creationId="{2813A4FA-24A5-41ED-A534-3807D1B2F344}"/>
          </ac:spMkLst>
        </pc:spChg>
        <pc:spChg chg="add">
          <ac:chgData name="Ali Akbar" userId="7ad23ff2803fa24b" providerId="LiveId" clId="{9701F65E-9EB6-4EE8-98CE-24E6904F9076}" dt="2025-03-03T04:57:42.486" v="173" actId="26606"/>
          <ac:spMkLst>
            <pc:docMk/>
            <pc:sldMk cId="2576747354" sldId="263"/>
            <ac:spMk id="29" creationId="{C3944F27-CA70-4E84-A51A-E6BF89558979}"/>
          </ac:spMkLst>
        </pc:spChg>
        <pc:graphicFrameChg chg="add del">
          <ac:chgData name="Ali Akbar" userId="7ad23ff2803fa24b" providerId="LiveId" clId="{9701F65E-9EB6-4EE8-98CE-24E6904F9076}" dt="2025-03-03T04:51:02.373" v="145" actId="26606"/>
          <ac:graphicFrameMkLst>
            <pc:docMk/>
            <pc:sldMk cId="2576747354" sldId="263"/>
            <ac:graphicFrameMk id="5" creationId="{6FFFC7A4-6D58-F895-3F29-4DD5C3823261}"/>
          </ac:graphicFrameMkLst>
        </pc:graphicFrameChg>
        <pc:graphicFrameChg chg="add del mod">
          <ac:chgData name="Ali Akbar" userId="7ad23ff2803fa24b" providerId="LiveId" clId="{9701F65E-9EB6-4EE8-98CE-24E6904F9076}" dt="2025-03-03T04:52:33.952" v="155" actId="26606"/>
          <ac:graphicFrameMkLst>
            <pc:docMk/>
            <pc:sldMk cId="2576747354" sldId="263"/>
            <ac:graphicFrameMk id="23" creationId="{0DDB0275-2EAB-A342-C23F-C20579B2F870}"/>
          </ac:graphicFrameMkLst>
        </pc:graphicFrameChg>
        <pc:picChg chg="add mod">
          <ac:chgData name="Ali Akbar" userId="7ad23ff2803fa24b" providerId="LiveId" clId="{9701F65E-9EB6-4EE8-98CE-24E6904F9076}" dt="2025-03-03T04:58:49.872" v="195" actId="1035"/>
          <ac:picMkLst>
            <pc:docMk/>
            <pc:sldMk cId="2576747354" sldId="263"/>
            <ac:picMk id="4" creationId="{829A10F2-4247-D0EE-2AF8-A541804E3258}"/>
          </ac:picMkLst>
        </pc:picChg>
      </pc:sldChg>
      <pc:sldChg chg="addSp delSp modSp new mod setBg">
        <pc:chgData name="Ali Akbar" userId="7ad23ff2803fa24b" providerId="LiveId" clId="{9701F65E-9EB6-4EE8-98CE-24E6904F9076}" dt="2025-03-03T05:02:26.977" v="230" actId="26606"/>
        <pc:sldMkLst>
          <pc:docMk/>
          <pc:sldMk cId="4284620321" sldId="264"/>
        </pc:sldMkLst>
        <pc:spChg chg="del">
          <ac:chgData name="Ali Akbar" userId="7ad23ff2803fa24b" providerId="LiveId" clId="{9701F65E-9EB6-4EE8-98CE-24E6904F9076}" dt="2025-03-03T04:59:41.094" v="198"/>
          <ac:spMkLst>
            <pc:docMk/>
            <pc:sldMk cId="4284620321" sldId="264"/>
            <ac:spMk id="2" creationId="{84F55057-85BB-7B54-39C1-3AEE2B75BF5B}"/>
          </ac:spMkLst>
        </pc:spChg>
        <pc:spChg chg="del mod ord">
          <ac:chgData name="Ali Akbar" userId="7ad23ff2803fa24b" providerId="LiveId" clId="{9701F65E-9EB6-4EE8-98CE-24E6904F9076}" dt="2025-03-03T05:02:26.977" v="230" actId="26606"/>
          <ac:spMkLst>
            <pc:docMk/>
            <pc:sldMk cId="4284620321" sldId="264"/>
            <ac:spMk id="3" creationId="{D60FE058-C36C-5F0D-8960-40D8968CB2B1}"/>
          </ac:spMkLst>
        </pc:spChg>
        <pc:spChg chg="add mod">
          <ac:chgData name="Ali Akbar" userId="7ad23ff2803fa24b" providerId="LiveId" clId="{9701F65E-9EB6-4EE8-98CE-24E6904F9076}" dt="2025-03-03T05:01:50.840" v="218" actId="14100"/>
          <ac:spMkLst>
            <pc:docMk/>
            <pc:sldMk cId="4284620321" sldId="264"/>
            <ac:spMk id="4" creationId="{5238A468-6747-873F-22A4-73039FE787C9}"/>
          </ac:spMkLst>
        </pc:spChg>
        <pc:spChg chg="add del">
          <ac:chgData name="Ali Akbar" userId="7ad23ff2803fa24b" providerId="LiveId" clId="{9701F65E-9EB6-4EE8-98CE-24E6904F9076}" dt="2025-03-03T05:01:41.913" v="216" actId="26606"/>
          <ac:spMkLst>
            <pc:docMk/>
            <pc:sldMk cId="4284620321" sldId="264"/>
            <ac:spMk id="3081" creationId="{7004738A-9D34-43E8-97D2-CA0EED4F8BE0}"/>
          </ac:spMkLst>
        </pc:spChg>
        <pc:spChg chg="add del">
          <ac:chgData name="Ali Akbar" userId="7ad23ff2803fa24b" providerId="LiveId" clId="{9701F65E-9EB6-4EE8-98CE-24E6904F9076}" dt="2025-03-03T05:01:41.913" v="216" actId="26606"/>
          <ac:spMkLst>
            <pc:docMk/>
            <pc:sldMk cId="4284620321" sldId="264"/>
            <ac:spMk id="3082" creationId="{12609869-9E80-471B-A487-A53288E0E791}"/>
          </ac:spMkLst>
        </pc:spChg>
        <pc:spChg chg="add del">
          <ac:chgData name="Ali Akbar" userId="7ad23ff2803fa24b" providerId="LiveId" clId="{9701F65E-9EB6-4EE8-98CE-24E6904F9076}" dt="2025-03-03T05:01:41.913" v="216" actId="26606"/>
          <ac:spMkLst>
            <pc:docMk/>
            <pc:sldMk cId="4284620321" sldId="264"/>
            <ac:spMk id="3083" creationId="{B8B8D07F-F13E-443E-BA68-2D26672D76B9}"/>
          </ac:spMkLst>
        </pc:spChg>
        <pc:spChg chg="add del">
          <ac:chgData name="Ali Akbar" userId="7ad23ff2803fa24b" providerId="LiveId" clId="{9701F65E-9EB6-4EE8-98CE-24E6904F9076}" dt="2025-03-03T05:01:41.913" v="216" actId="26606"/>
          <ac:spMkLst>
            <pc:docMk/>
            <pc:sldMk cId="4284620321" sldId="264"/>
            <ac:spMk id="3085" creationId="{2813A4FA-24A5-41ED-A534-3807D1B2F344}"/>
          </ac:spMkLst>
        </pc:spChg>
        <pc:spChg chg="add del">
          <ac:chgData name="Ali Akbar" userId="7ad23ff2803fa24b" providerId="LiveId" clId="{9701F65E-9EB6-4EE8-98CE-24E6904F9076}" dt="2025-03-03T05:01:41.913" v="216" actId="26606"/>
          <ac:spMkLst>
            <pc:docMk/>
            <pc:sldMk cId="4284620321" sldId="264"/>
            <ac:spMk id="3087" creationId="{C3944F27-CA70-4E84-A51A-E6BF89558979}"/>
          </ac:spMkLst>
        </pc:spChg>
        <pc:grpChg chg="add del">
          <ac:chgData name="Ali Akbar" userId="7ad23ff2803fa24b" providerId="LiveId" clId="{9701F65E-9EB6-4EE8-98CE-24E6904F9076}" dt="2025-03-03T05:01:41.913" v="215" actId="26606"/>
          <ac:grpSpMkLst>
            <pc:docMk/>
            <pc:sldMk cId="4284620321" sldId="264"/>
            <ac:grpSpMk id="3092" creationId="{6258F736-B256-8039-9DC6-F4E49A5C5AD5}"/>
          </ac:grpSpMkLst>
        </pc:grpChg>
        <pc:graphicFrameChg chg="add">
          <ac:chgData name="Ali Akbar" userId="7ad23ff2803fa24b" providerId="LiveId" clId="{9701F65E-9EB6-4EE8-98CE-24E6904F9076}" dt="2025-03-03T05:02:26.977" v="230" actId="26606"/>
          <ac:graphicFrameMkLst>
            <pc:docMk/>
            <pc:sldMk cId="4284620321" sldId="264"/>
            <ac:graphicFrameMk id="3098" creationId="{ADF6553A-2CF1-A6E3-79D2-10D203ECA14B}"/>
          </ac:graphicFrameMkLst>
        </pc:graphicFrameChg>
        <pc:picChg chg="add mod">
          <ac:chgData name="Ali Akbar" userId="7ad23ff2803fa24b" providerId="LiveId" clId="{9701F65E-9EB6-4EE8-98CE-24E6904F9076}" dt="2025-03-03T05:01:41.913" v="216" actId="26606"/>
          <ac:picMkLst>
            <pc:docMk/>
            <pc:sldMk cId="4284620321" sldId="264"/>
            <ac:picMk id="3074" creationId="{80B1AD01-A099-09E1-FBBD-BC8269EB94A5}"/>
          </ac:picMkLst>
        </pc:picChg>
        <pc:cxnChg chg="add del">
          <ac:chgData name="Ali Akbar" userId="7ad23ff2803fa24b" providerId="LiveId" clId="{9701F65E-9EB6-4EE8-98CE-24E6904F9076}" dt="2025-03-03T05:01:26.207" v="211" actId="26606"/>
          <ac:cxnSpMkLst>
            <pc:docMk/>
            <pc:sldMk cId="4284620321" sldId="264"/>
            <ac:cxnSpMk id="3079" creationId="{1503BFE4-729B-D9D0-C17B-501E6AF1127A}"/>
          </ac:cxnSpMkLst>
        </pc:cxnChg>
        <pc:cxnChg chg="add">
          <ac:chgData name="Ali Akbar" userId="7ad23ff2803fa24b" providerId="LiveId" clId="{9701F65E-9EB6-4EE8-98CE-24E6904F9076}" dt="2025-03-03T05:01:41.913" v="216" actId="26606"/>
          <ac:cxnSpMkLst>
            <pc:docMk/>
            <pc:sldMk cId="4284620321" sldId="264"/>
            <ac:cxnSpMk id="3096" creationId="{1503BFE4-729B-D9D0-C17B-501E6AF1127A}"/>
          </ac:cxnSpMkLst>
        </pc:cxnChg>
      </pc:sldChg>
      <pc:sldChg chg="addSp delSp modSp new mod setBg">
        <pc:chgData name="Ali Akbar" userId="7ad23ff2803fa24b" providerId="LiveId" clId="{9701F65E-9EB6-4EE8-98CE-24E6904F9076}" dt="2025-03-03T05:08:07.404" v="265" actId="14100"/>
        <pc:sldMkLst>
          <pc:docMk/>
          <pc:sldMk cId="2459102854" sldId="265"/>
        </pc:sldMkLst>
        <pc:spChg chg="mod">
          <ac:chgData name="Ali Akbar" userId="7ad23ff2803fa24b" providerId="LiveId" clId="{9701F65E-9EB6-4EE8-98CE-24E6904F9076}" dt="2025-03-03T05:08:07.404" v="265" actId="14100"/>
          <ac:spMkLst>
            <pc:docMk/>
            <pc:sldMk cId="2459102854" sldId="265"/>
            <ac:spMk id="2" creationId="{7F42B393-16B5-FE68-A4BD-3091F755F06B}"/>
          </ac:spMkLst>
        </pc:spChg>
        <pc:spChg chg="mod ord">
          <ac:chgData name="Ali Akbar" userId="7ad23ff2803fa24b" providerId="LiveId" clId="{9701F65E-9EB6-4EE8-98CE-24E6904F9076}" dt="2025-03-03T05:07:41.608" v="261" actId="123"/>
          <ac:spMkLst>
            <pc:docMk/>
            <pc:sldMk cId="2459102854" sldId="265"/>
            <ac:spMk id="3" creationId="{D7D4C585-AAF7-70AC-7713-89C8FE41444E}"/>
          </ac:spMkLst>
        </pc:spChg>
        <pc:spChg chg="add del">
          <ac:chgData name="Ali Akbar" userId="7ad23ff2803fa24b" providerId="LiveId" clId="{9701F65E-9EB6-4EE8-98CE-24E6904F9076}" dt="2025-03-03T05:07:24.213" v="254" actId="26606"/>
          <ac:spMkLst>
            <pc:docMk/>
            <pc:sldMk cId="2459102854" sldId="265"/>
            <ac:spMk id="9" creationId="{7ED7575E-88D2-B771-681D-46A7E55415DD}"/>
          </ac:spMkLst>
        </pc:spChg>
        <pc:spChg chg="add">
          <ac:chgData name="Ali Akbar" userId="7ad23ff2803fa24b" providerId="LiveId" clId="{9701F65E-9EB6-4EE8-98CE-24E6904F9076}" dt="2025-03-03T05:07:24.229" v="255" actId="26606"/>
          <ac:spMkLst>
            <pc:docMk/>
            <pc:sldMk cId="2459102854" sldId="265"/>
            <ac:spMk id="13" creationId="{B8B8D07F-F13E-443E-BA68-2D26672D76B9}"/>
          </ac:spMkLst>
        </pc:spChg>
        <pc:spChg chg="add">
          <ac:chgData name="Ali Akbar" userId="7ad23ff2803fa24b" providerId="LiveId" clId="{9701F65E-9EB6-4EE8-98CE-24E6904F9076}" dt="2025-03-03T05:07:24.229" v="255" actId="26606"/>
          <ac:spMkLst>
            <pc:docMk/>
            <pc:sldMk cId="2459102854" sldId="265"/>
            <ac:spMk id="14" creationId="{12609869-9E80-471B-A487-A53288E0E791}"/>
          </ac:spMkLst>
        </pc:spChg>
        <pc:spChg chg="add">
          <ac:chgData name="Ali Akbar" userId="7ad23ff2803fa24b" providerId="LiveId" clId="{9701F65E-9EB6-4EE8-98CE-24E6904F9076}" dt="2025-03-03T05:07:24.229" v="255" actId="26606"/>
          <ac:spMkLst>
            <pc:docMk/>
            <pc:sldMk cId="2459102854" sldId="265"/>
            <ac:spMk id="15" creationId="{2813A4FA-24A5-41ED-A534-3807D1B2F344}"/>
          </ac:spMkLst>
        </pc:spChg>
        <pc:spChg chg="add">
          <ac:chgData name="Ali Akbar" userId="7ad23ff2803fa24b" providerId="LiveId" clId="{9701F65E-9EB6-4EE8-98CE-24E6904F9076}" dt="2025-03-03T05:07:24.229" v="255" actId="26606"/>
          <ac:spMkLst>
            <pc:docMk/>
            <pc:sldMk cId="2459102854" sldId="265"/>
            <ac:spMk id="16" creationId="{7004738A-9D34-43E8-97D2-CA0EED4F8BE0}"/>
          </ac:spMkLst>
        </pc:spChg>
        <pc:spChg chg="add">
          <ac:chgData name="Ali Akbar" userId="7ad23ff2803fa24b" providerId="LiveId" clId="{9701F65E-9EB6-4EE8-98CE-24E6904F9076}" dt="2025-03-03T05:07:24.229" v="255" actId="26606"/>
          <ac:spMkLst>
            <pc:docMk/>
            <pc:sldMk cId="2459102854" sldId="265"/>
            <ac:spMk id="17" creationId="{C3944F27-CA70-4E84-A51A-E6BF89558979}"/>
          </ac:spMkLst>
        </pc:spChg>
        <pc:picChg chg="add mod">
          <ac:chgData name="Ali Akbar" userId="7ad23ff2803fa24b" providerId="LiveId" clId="{9701F65E-9EB6-4EE8-98CE-24E6904F9076}" dt="2025-03-03T05:07:52.410" v="264" actId="1076"/>
          <ac:picMkLst>
            <pc:docMk/>
            <pc:sldMk cId="2459102854" sldId="265"/>
            <ac:picMk id="4" creationId="{6C6C7A61-B9F7-66D8-C55F-5B25FE497997}"/>
          </ac:picMkLst>
        </pc:picChg>
        <pc:cxnChg chg="add del">
          <ac:chgData name="Ali Akbar" userId="7ad23ff2803fa24b" providerId="LiveId" clId="{9701F65E-9EB6-4EE8-98CE-24E6904F9076}" dt="2025-03-03T05:07:24.213" v="254" actId="26606"/>
          <ac:cxnSpMkLst>
            <pc:docMk/>
            <pc:sldMk cId="2459102854" sldId="265"/>
            <ac:cxnSpMk id="11" creationId="{249EDD1B-F94D-B4E6-ACAA-566B9A26FDE3}"/>
          </ac:cxnSpMkLst>
        </pc:cxnChg>
      </pc:sldChg>
      <pc:sldChg chg="addSp delSp modSp new mod setBg">
        <pc:chgData name="Ali Akbar" userId="7ad23ff2803fa24b" providerId="LiveId" clId="{9701F65E-9EB6-4EE8-98CE-24E6904F9076}" dt="2025-03-03T05:09:42.709" v="287" actId="14100"/>
        <pc:sldMkLst>
          <pc:docMk/>
          <pc:sldMk cId="1487548040" sldId="266"/>
        </pc:sldMkLst>
        <pc:spChg chg="mod">
          <ac:chgData name="Ali Akbar" userId="7ad23ff2803fa24b" providerId="LiveId" clId="{9701F65E-9EB6-4EE8-98CE-24E6904F9076}" dt="2025-03-03T05:09:42.709" v="287" actId="14100"/>
          <ac:spMkLst>
            <pc:docMk/>
            <pc:sldMk cId="1487548040" sldId="266"/>
            <ac:spMk id="2" creationId="{80F5420E-8CFC-7ACA-F730-6C74FF8C6750}"/>
          </ac:spMkLst>
        </pc:spChg>
        <pc:spChg chg="add del mod">
          <ac:chgData name="Ali Akbar" userId="7ad23ff2803fa24b" providerId="LiveId" clId="{9701F65E-9EB6-4EE8-98CE-24E6904F9076}" dt="2025-03-03T05:09:38.561" v="286" actId="27636"/>
          <ac:spMkLst>
            <pc:docMk/>
            <pc:sldMk cId="1487548040" sldId="266"/>
            <ac:spMk id="3" creationId="{5EBA0797-44FA-24FB-AEC6-E7ABABDB526E}"/>
          </ac:spMkLst>
        </pc:spChg>
        <pc:spChg chg="add mod">
          <ac:chgData name="Ali Akbar" userId="7ad23ff2803fa24b" providerId="LiveId" clId="{9701F65E-9EB6-4EE8-98CE-24E6904F9076}" dt="2025-03-03T05:08:41.775" v="269"/>
          <ac:spMkLst>
            <pc:docMk/>
            <pc:sldMk cId="1487548040" sldId="266"/>
            <ac:spMk id="4" creationId="{7241B7BE-6A9F-7147-320B-F46862B0A359}"/>
          </ac:spMkLst>
        </pc:spChg>
        <pc:spChg chg="add">
          <ac:chgData name="Ali Akbar" userId="7ad23ff2803fa24b" providerId="LiveId" clId="{9701F65E-9EB6-4EE8-98CE-24E6904F9076}" dt="2025-03-03T05:09:14.472" v="275" actId="26606"/>
          <ac:spMkLst>
            <pc:docMk/>
            <pc:sldMk cId="1487548040" sldId="266"/>
            <ac:spMk id="9" creationId="{AE3A741D-C19B-960A-5803-1C5887147820}"/>
          </ac:spMkLst>
        </pc:spChg>
        <pc:spChg chg="add">
          <ac:chgData name="Ali Akbar" userId="7ad23ff2803fa24b" providerId="LiveId" clId="{9701F65E-9EB6-4EE8-98CE-24E6904F9076}" dt="2025-03-03T05:09:14.472" v="275" actId="26606"/>
          <ac:spMkLst>
            <pc:docMk/>
            <pc:sldMk cId="1487548040" sldId="266"/>
            <ac:spMk id="11" creationId="{DC39DE25-0E4E-0AA7-0932-1D78C2372786}"/>
          </ac:spMkLst>
        </pc:spChg>
        <pc:spChg chg="add">
          <ac:chgData name="Ali Akbar" userId="7ad23ff2803fa24b" providerId="LiveId" clId="{9701F65E-9EB6-4EE8-98CE-24E6904F9076}" dt="2025-03-03T05:09:14.472" v="275" actId="26606"/>
          <ac:spMkLst>
            <pc:docMk/>
            <pc:sldMk cId="1487548040" sldId="266"/>
            <ac:spMk id="13" creationId="{8D6EA299-0840-6DEA-E670-C49AEBC87E89}"/>
          </ac:spMkLst>
        </pc:spChg>
        <pc:picChg chg="add">
          <ac:chgData name="Ali Akbar" userId="7ad23ff2803fa24b" providerId="LiveId" clId="{9701F65E-9EB6-4EE8-98CE-24E6904F9076}" dt="2025-03-03T05:09:14.472" v="275" actId="26606"/>
          <ac:picMkLst>
            <pc:docMk/>
            <pc:sldMk cId="1487548040" sldId="266"/>
            <ac:picMk id="5" creationId="{9491C07B-32EB-61CD-1DA2-8479DFE9C443}"/>
          </ac:picMkLst>
        </pc:picChg>
      </pc:sldChg>
      <pc:sldChg chg="addSp delSp modSp new mod setBg">
        <pc:chgData name="Ali Akbar" userId="7ad23ff2803fa24b" providerId="LiveId" clId="{9701F65E-9EB6-4EE8-98CE-24E6904F9076}" dt="2025-03-03T05:11:46.604" v="304" actId="26606"/>
        <pc:sldMkLst>
          <pc:docMk/>
          <pc:sldMk cId="2100951584" sldId="267"/>
        </pc:sldMkLst>
        <pc:spChg chg="mod">
          <ac:chgData name="Ali Akbar" userId="7ad23ff2803fa24b" providerId="LiveId" clId="{9701F65E-9EB6-4EE8-98CE-24E6904F9076}" dt="2025-03-03T05:11:46.604" v="304" actId="26606"/>
          <ac:spMkLst>
            <pc:docMk/>
            <pc:sldMk cId="2100951584" sldId="267"/>
            <ac:spMk id="2" creationId="{DEBCF53E-FEEC-ADD1-0CB1-36432D961940}"/>
          </ac:spMkLst>
        </pc:spChg>
        <pc:spChg chg="del">
          <ac:chgData name="Ali Akbar" userId="7ad23ff2803fa24b" providerId="LiveId" clId="{9701F65E-9EB6-4EE8-98CE-24E6904F9076}" dt="2025-03-03T05:10:21.235" v="290" actId="478"/>
          <ac:spMkLst>
            <pc:docMk/>
            <pc:sldMk cId="2100951584" sldId="267"/>
            <ac:spMk id="3" creationId="{407DC9CD-570C-8595-1C1B-A6A6AD5CA499}"/>
          </ac:spMkLst>
        </pc:spChg>
        <pc:spChg chg="add">
          <ac:chgData name="Ali Akbar" userId="7ad23ff2803fa24b" providerId="LiveId" clId="{9701F65E-9EB6-4EE8-98CE-24E6904F9076}" dt="2025-03-03T05:11:46.604" v="304" actId="26606"/>
          <ac:spMkLst>
            <pc:docMk/>
            <pc:sldMk cId="2100951584" sldId="267"/>
            <ac:spMk id="15" creationId="{A7009A0A-BEF5-4EAC-AF15-E4F9F002E239}"/>
          </ac:spMkLst>
        </pc:spChg>
        <pc:spChg chg="add">
          <ac:chgData name="Ali Akbar" userId="7ad23ff2803fa24b" providerId="LiveId" clId="{9701F65E-9EB6-4EE8-98CE-24E6904F9076}" dt="2025-03-03T05:11:46.604" v="304" actId="26606"/>
          <ac:spMkLst>
            <pc:docMk/>
            <pc:sldMk cId="2100951584" sldId="267"/>
            <ac:spMk id="16" creationId="{A8384FB5-9ADC-4DDC-881B-597D56F5B15D}"/>
          </ac:spMkLst>
        </pc:spChg>
        <pc:spChg chg="add">
          <ac:chgData name="Ali Akbar" userId="7ad23ff2803fa24b" providerId="LiveId" clId="{9701F65E-9EB6-4EE8-98CE-24E6904F9076}" dt="2025-03-03T05:11:46.604" v="304" actId="26606"/>
          <ac:spMkLst>
            <pc:docMk/>
            <pc:sldMk cId="2100951584" sldId="267"/>
            <ac:spMk id="17" creationId="{1199E1B1-A8C0-4FE8-A5A8-1CB41D69F857}"/>
          </ac:spMkLst>
        </pc:spChg>
        <pc:spChg chg="add">
          <ac:chgData name="Ali Akbar" userId="7ad23ff2803fa24b" providerId="LiveId" clId="{9701F65E-9EB6-4EE8-98CE-24E6904F9076}" dt="2025-03-03T05:11:46.604" v="304" actId="26606"/>
          <ac:spMkLst>
            <pc:docMk/>
            <pc:sldMk cId="2100951584" sldId="267"/>
            <ac:spMk id="18" creationId="{84A8DE83-DE75-4B41-9DB4-A7EC0B0DEC0B}"/>
          </ac:spMkLst>
        </pc:spChg>
        <pc:grpChg chg="add del">
          <ac:chgData name="Ali Akbar" userId="7ad23ff2803fa24b" providerId="LiveId" clId="{9701F65E-9EB6-4EE8-98CE-24E6904F9076}" dt="2025-03-03T05:11:46.552" v="303" actId="26606"/>
          <ac:grpSpMkLst>
            <pc:docMk/>
            <pc:sldMk cId="2100951584" sldId="267"/>
            <ac:grpSpMk id="9" creationId="{D19F7815-3AA2-7679-26F4-A63338C8BD5B}"/>
          </ac:grpSpMkLst>
        </pc:grpChg>
        <pc:graphicFrameChg chg="add mod modGraphic">
          <ac:chgData name="Ali Akbar" userId="7ad23ff2803fa24b" providerId="LiveId" clId="{9701F65E-9EB6-4EE8-98CE-24E6904F9076}" dt="2025-03-03T05:11:46.604" v="304" actId="26606"/>
          <ac:graphicFrameMkLst>
            <pc:docMk/>
            <pc:sldMk cId="2100951584" sldId="267"/>
            <ac:graphicFrameMk id="4" creationId="{9E8FB3A9-47C9-6A85-BF1B-2518E3284940}"/>
          </ac:graphicFrameMkLst>
        </pc:graphicFrameChg>
      </pc:sldChg>
      <pc:sldChg chg="addSp delSp modSp new mod">
        <pc:chgData name="Ali Akbar" userId="7ad23ff2803fa24b" providerId="LiveId" clId="{9701F65E-9EB6-4EE8-98CE-24E6904F9076}" dt="2025-03-03T05:13:32.401" v="325" actId="113"/>
        <pc:sldMkLst>
          <pc:docMk/>
          <pc:sldMk cId="766347610" sldId="268"/>
        </pc:sldMkLst>
        <pc:spChg chg="mod">
          <ac:chgData name="Ali Akbar" userId="7ad23ff2803fa24b" providerId="LiveId" clId="{9701F65E-9EB6-4EE8-98CE-24E6904F9076}" dt="2025-03-03T05:13:32.401" v="325" actId="113"/>
          <ac:spMkLst>
            <pc:docMk/>
            <pc:sldMk cId="766347610" sldId="268"/>
            <ac:spMk id="2" creationId="{84987C81-8ACE-45EB-CE72-7644192344A9}"/>
          </ac:spMkLst>
        </pc:spChg>
        <pc:spChg chg="del mod">
          <ac:chgData name="Ali Akbar" userId="7ad23ff2803fa24b" providerId="LiveId" clId="{9701F65E-9EB6-4EE8-98CE-24E6904F9076}" dt="2025-03-03T05:12:49.109" v="311" actId="26606"/>
          <ac:spMkLst>
            <pc:docMk/>
            <pc:sldMk cId="766347610" sldId="268"/>
            <ac:spMk id="3" creationId="{05639085-C9ED-6227-6AFF-C5EAF6584BAF}"/>
          </ac:spMkLst>
        </pc:spChg>
        <pc:graphicFrameChg chg="add mod modGraphic">
          <ac:chgData name="Ali Akbar" userId="7ad23ff2803fa24b" providerId="LiveId" clId="{9701F65E-9EB6-4EE8-98CE-24E6904F9076}" dt="2025-03-03T05:13:24.425" v="323" actId="123"/>
          <ac:graphicFrameMkLst>
            <pc:docMk/>
            <pc:sldMk cId="766347610" sldId="268"/>
            <ac:graphicFrameMk id="5" creationId="{80E55E40-A57B-48F8-7CA2-4FA3B1859A0E}"/>
          </ac:graphicFrameMkLst>
        </pc:graphicFrameChg>
      </pc:sldChg>
      <pc:sldChg chg="addSp modSp new mod setBg">
        <pc:chgData name="Ali Akbar" userId="7ad23ff2803fa24b" providerId="LiveId" clId="{9701F65E-9EB6-4EE8-98CE-24E6904F9076}" dt="2025-03-03T05:26:16.732" v="414" actId="27636"/>
        <pc:sldMkLst>
          <pc:docMk/>
          <pc:sldMk cId="1544222052" sldId="269"/>
        </pc:sldMkLst>
        <pc:spChg chg="mod">
          <ac:chgData name="Ali Akbar" userId="7ad23ff2803fa24b" providerId="LiveId" clId="{9701F65E-9EB6-4EE8-98CE-24E6904F9076}" dt="2025-03-03T05:26:06.246" v="408" actId="14100"/>
          <ac:spMkLst>
            <pc:docMk/>
            <pc:sldMk cId="1544222052" sldId="269"/>
            <ac:spMk id="2" creationId="{1A278CE9-764F-61D2-81BA-D77408D3F9E1}"/>
          </ac:spMkLst>
        </pc:spChg>
        <pc:spChg chg="mod ord">
          <ac:chgData name="Ali Akbar" userId="7ad23ff2803fa24b" providerId="LiveId" clId="{9701F65E-9EB6-4EE8-98CE-24E6904F9076}" dt="2025-03-03T05:26:16.732" v="414" actId="27636"/>
          <ac:spMkLst>
            <pc:docMk/>
            <pc:sldMk cId="1544222052" sldId="269"/>
            <ac:spMk id="3" creationId="{3827959C-B8A8-6FAC-5663-0340BAAE0961}"/>
          </ac:spMkLst>
        </pc:spChg>
        <pc:spChg chg="add">
          <ac:chgData name="Ali Akbar" userId="7ad23ff2803fa24b" providerId="LiveId" clId="{9701F65E-9EB6-4EE8-98CE-24E6904F9076}" dt="2025-03-03T05:16:46.883" v="337"/>
          <ac:spMkLst>
            <pc:docMk/>
            <pc:sldMk cId="1544222052" sldId="269"/>
            <ac:spMk id="4" creationId="{9CFD4902-CBA7-D487-72A0-6E61616B579B}"/>
          </ac:spMkLst>
        </pc:spChg>
        <pc:spChg chg="add">
          <ac:chgData name="Ali Akbar" userId="7ad23ff2803fa24b" providerId="LiveId" clId="{9701F65E-9EB6-4EE8-98CE-24E6904F9076}" dt="2025-03-03T05:24:59.632" v="372" actId="26606"/>
          <ac:spMkLst>
            <pc:docMk/>
            <pc:sldMk cId="1544222052" sldId="269"/>
            <ac:spMk id="10" creationId="{A2679492-7988-4050-9056-542444452411}"/>
          </ac:spMkLst>
        </pc:spChg>
        <pc:spChg chg="add">
          <ac:chgData name="Ali Akbar" userId="7ad23ff2803fa24b" providerId="LiveId" clId="{9701F65E-9EB6-4EE8-98CE-24E6904F9076}" dt="2025-03-03T05:24:59.632" v="372" actId="26606"/>
          <ac:spMkLst>
            <pc:docMk/>
            <pc:sldMk cId="1544222052" sldId="269"/>
            <ac:spMk id="12" creationId="{B091B163-7D61-4891-ABCF-5C13D9C418D0}"/>
          </ac:spMkLst>
        </pc:spChg>
        <pc:picChg chg="add mod">
          <ac:chgData name="Ali Akbar" userId="7ad23ff2803fa24b" providerId="LiveId" clId="{9701F65E-9EB6-4EE8-98CE-24E6904F9076}" dt="2025-03-03T05:25:09.062" v="376" actId="1076"/>
          <ac:picMkLst>
            <pc:docMk/>
            <pc:sldMk cId="1544222052" sldId="269"/>
            <ac:picMk id="5" creationId="{8666363C-EB37-B163-2B72-3D84ED1ED13D}"/>
          </ac:picMkLst>
        </pc:picChg>
        <pc:cxnChg chg="add">
          <ac:chgData name="Ali Akbar" userId="7ad23ff2803fa24b" providerId="LiveId" clId="{9701F65E-9EB6-4EE8-98CE-24E6904F9076}" dt="2025-03-03T05:24:59.632" v="372" actId="26606"/>
          <ac:cxnSpMkLst>
            <pc:docMk/>
            <pc:sldMk cId="1544222052" sldId="269"/>
            <ac:cxnSpMk id="14" creationId="{C49DA8F6-BCC1-4447-B54C-57856834B94B}"/>
          </ac:cxnSpMkLst>
        </pc:cxnChg>
      </pc:sldChg>
      <pc:sldChg chg="addSp delSp modSp new mod setBg">
        <pc:chgData name="Ali Akbar" userId="7ad23ff2803fa24b" providerId="LiveId" clId="{9701F65E-9EB6-4EE8-98CE-24E6904F9076}" dt="2025-03-03T05:31:30.223" v="441" actId="14100"/>
        <pc:sldMkLst>
          <pc:docMk/>
          <pc:sldMk cId="3148495313" sldId="270"/>
        </pc:sldMkLst>
        <pc:spChg chg="mod">
          <ac:chgData name="Ali Akbar" userId="7ad23ff2803fa24b" providerId="LiveId" clId="{9701F65E-9EB6-4EE8-98CE-24E6904F9076}" dt="2025-03-03T05:30:58.911" v="438" actId="14100"/>
          <ac:spMkLst>
            <pc:docMk/>
            <pc:sldMk cId="3148495313" sldId="270"/>
            <ac:spMk id="2" creationId="{278A7CE8-B3C0-3E78-693B-C8DBDE7B8734}"/>
          </ac:spMkLst>
        </pc:spChg>
        <pc:spChg chg="del">
          <ac:chgData name="Ali Akbar" userId="7ad23ff2803fa24b" providerId="LiveId" clId="{9701F65E-9EB6-4EE8-98CE-24E6904F9076}" dt="2025-03-03T05:29:17.071" v="417" actId="3680"/>
          <ac:spMkLst>
            <pc:docMk/>
            <pc:sldMk cId="3148495313" sldId="270"/>
            <ac:spMk id="3" creationId="{EBAEC3C7-E71E-7063-2E7E-E094034DB168}"/>
          </ac:spMkLst>
        </pc:spChg>
        <pc:spChg chg="add del">
          <ac:chgData name="Ali Akbar" userId="7ad23ff2803fa24b" providerId="LiveId" clId="{9701F65E-9EB6-4EE8-98CE-24E6904F9076}" dt="2025-03-03T05:30:18.791" v="427" actId="26606"/>
          <ac:spMkLst>
            <pc:docMk/>
            <pc:sldMk cId="3148495313" sldId="270"/>
            <ac:spMk id="9" creationId="{A8384FB5-9ADC-4DDC-881B-597D56F5B15D}"/>
          </ac:spMkLst>
        </pc:spChg>
        <pc:spChg chg="add del">
          <ac:chgData name="Ali Akbar" userId="7ad23ff2803fa24b" providerId="LiveId" clId="{9701F65E-9EB6-4EE8-98CE-24E6904F9076}" dt="2025-03-03T05:30:18.791" v="427" actId="26606"/>
          <ac:spMkLst>
            <pc:docMk/>
            <pc:sldMk cId="3148495313" sldId="270"/>
            <ac:spMk id="11" creationId="{1199E1B1-A8C0-4FE8-A5A8-1CB41D69F857}"/>
          </ac:spMkLst>
        </pc:spChg>
        <pc:spChg chg="add del">
          <ac:chgData name="Ali Akbar" userId="7ad23ff2803fa24b" providerId="LiveId" clId="{9701F65E-9EB6-4EE8-98CE-24E6904F9076}" dt="2025-03-03T05:30:18.791" v="427" actId="26606"/>
          <ac:spMkLst>
            <pc:docMk/>
            <pc:sldMk cId="3148495313" sldId="270"/>
            <ac:spMk id="13" creationId="{84A8DE83-DE75-4B41-9DB4-A7EC0B0DEC0B}"/>
          </ac:spMkLst>
        </pc:spChg>
        <pc:spChg chg="add del">
          <ac:chgData name="Ali Akbar" userId="7ad23ff2803fa24b" providerId="LiveId" clId="{9701F65E-9EB6-4EE8-98CE-24E6904F9076}" dt="2025-03-03T05:30:18.791" v="427" actId="26606"/>
          <ac:spMkLst>
            <pc:docMk/>
            <pc:sldMk cId="3148495313" sldId="270"/>
            <ac:spMk id="15" creationId="{A7009A0A-BEF5-4EAC-AF15-E4F9F002E239}"/>
          </ac:spMkLst>
        </pc:spChg>
        <pc:spChg chg="add del">
          <ac:chgData name="Ali Akbar" userId="7ad23ff2803fa24b" providerId="LiveId" clId="{9701F65E-9EB6-4EE8-98CE-24E6904F9076}" dt="2025-03-03T05:30:20.310" v="429" actId="26606"/>
          <ac:spMkLst>
            <pc:docMk/>
            <pc:sldMk cId="3148495313" sldId="270"/>
            <ac:spMk id="17" creationId="{A8384FB5-9ADC-4DDC-881B-597D56F5B15D}"/>
          </ac:spMkLst>
        </pc:spChg>
        <pc:spChg chg="add del">
          <ac:chgData name="Ali Akbar" userId="7ad23ff2803fa24b" providerId="LiveId" clId="{9701F65E-9EB6-4EE8-98CE-24E6904F9076}" dt="2025-03-03T05:30:20.310" v="429" actId="26606"/>
          <ac:spMkLst>
            <pc:docMk/>
            <pc:sldMk cId="3148495313" sldId="270"/>
            <ac:spMk id="18" creationId="{1199E1B1-A8C0-4FE8-A5A8-1CB41D69F857}"/>
          </ac:spMkLst>
        </pc:spChg>
        <pc:spChg chg="add del">
          <ac:chgData name="Ali Akbar" userId="7ad23ff2803fa24b" providerId="LiveId" clId="{9701F65E-9EB6-4EE8-98CE-24E6904F9076}" dt="2025-03-03T05:30:20.310" v="429" actId="26606"/>
          <ac:spMkLst>
            <pc:docMk/>
            <pc:sldMk cId="3148495313" sldId="270"/>
            <ac:spMk id="19" creationId="{84A8DE83-DE75-4B41-9DB4-A7EC0B0DEC0B}"/>
          </ac:spMkLst>
        </pc:spChg>
        <pc:spChg chg="add del">
          <ac:chgData name="Ali Akbar" userId="7ad23ff2803fa24b" providerId="LiveId" clId="{9701F65E-9EB6-4EE8-98CE-24E6904F9076}" dt="2025-03-03T05:30:20.310" v="429" actId="26606"/>
          <ac:spMkLst>
            <pc:docMk/>
            <pc:sldMk cId="3148495313" sldId="270"/>
            <ac:spMk id="20" creationId="{A7009A0A-BEF5-4EAC-AF15-E4F9F002E239}"/>
          </ac:spMkLst>
        </pc:spChg>
        <pc:spChg chg="add">
          <ac:chgData name="Ali Akbar" userId="7ad23ff2803fa24b" providerId="LiveId" clId="{9701F65E-9EB6-4EE8-98CE-24E6904F9076}" dt="2025-03-03T05:30:20.358" v="430" actId="26606"/>
          <ac:spMkLst>
            <pc:docMk/>
            <pc:sldMk cId="3148495313" sldId="270"/>
            <ac:spMk id="22" creationId="{A8384FB5-9ADC-4DDC-881B-597D56F5B15D}"/>
          </ac:spMkLst>
        </pc:spChg>
        <pc:spChg chg="add">
          <ac:chgData name="Ali Akbar" userId="7ad23ff2803fa24b" providerId="LiveId" clId="{9701F65E-9EB6-4EE8-98CE-24E6904F9076}" dt="2025-03-03T05:30:20.358" v="430" actId="26606"/>
          <ac:spMkLst>
            <pc:docMk/>
            <pc:sldMk cId="3148495313" sldId="270"/>
            <ac:spMk id="23" creationId="{1199E1B1-A8C0-4FE8-A5A8-1CB41D69F857}"/>
          </ac:spMkLst>
        </pc:spChg>
        <pc:spChg chg="add">
          <ac:chgData name="Ali Akbar" userId="7ad23ff2803fa24b" providerId="LiveId" clId="{9701F65E-9EB6-4EE8-98CE-24E6904F9076}" dt="2025-03-03T05:30:20.358" v="430" actId="26606"/>
          <ac:spMkLst>
            <pc:docMk/>
            <pc:sldMk cId="3148495313" sldId="270"/>
            <ac:spMk id="24" creationId="{84A8DE83-DE75-4B41-9DB4-A7EC0B0DEC0B}"/>
          </ac:spMkLst>
        </pc:spChg>
        <pc:spChg chg="add">
          <ac:chgData name="Ali Akbar" userId="7ad23ff2803fa24b" providerId="LiveId" clId="{9701F65E-9EB6-4EE8-98CE-24E6904F9076}" dt="2025-03-03T05:30:20.358" v="430" actId="26606"/>
          <ac:spMkLst>
            <pc:docMk/>
            <pc:sldMk cId="3148495313" sldId="270"/>
            <ac:spMk id="25" creationId="{A7009A0A-BEF5-4EAC-AF15-E4F9F002E239}"/>
          </ac:spMkLst>
        </pc:spChg>
        <pc:graphicFrameChg chg="add mod ord modGraphic">
          <ac:chgData name="Ali Akbar" userId="7ad23ff2803fa24b" providerId="LiveId" clId="{9701F65E-9EB6-4EE8-98CE-24E6904F9076}" dt="2025-03-03T05:31:30.223" v="441" actId="14100"/>
          <ac:graphicFrameMkLst>
            <pc:docMk/>
            <pc:sldMk cId="3148495313" sldId="270"/>
            <ac:graphicFrameMk id="4" creationId="{1C294CAA-18B4-1515-4242-709291A6921F}"/>
          </ac:graphicFrameMkLst>
        </pc:graphicFrameChg>
      </pc:sldChg>
      <pc:sldChg chg="addSp modSp new mod setBg">
        <pc:chgData name="Ali Akbar" userId="7ad23ff2803fa24b" providerId="LiveId" clId="{9701F65E-9EB6-4EE8-98CE-24E6904F9076}" dt="2025-03-03T05:56:13.986" v="758" actId="1076"/>
        <pc:sldMkLst>
          <pc:docMk/>
          <pc:sldMk cId="643588265" sldId="271"/>
        </pc:sldMkLst>
        <pc:spChg chg="mod">
          <ac:chgData name="Ali Akbar" userId="7ad23ff2803fa24b" providerId="LiveId" clId="{9701F65E-9EB6-4EE8-98CE-24E6904F9076}" dt="2025-03-03T05:33:15.654" v="487" actId="1036"/>
          <ac:spMkLst>
            <pc:docMk/>
            <pc:sldMk cId="643588265" sldId="271"/>
            <ac:spMk id="2" creationId="{15FCD4B3-5E0F-6FF6-8B20-00730A1A8980}"/>
          </ac:spMkLst>
        </pc:spChg>
        <pc:spChg chg="mod">
          <ac:chgData name="Ali Akbar" userId="7ad23ff2803fa24b" providerId="LiveId" clId="{9701F65E-9EB6-4EE8-98CE-24E6904F9076}" dt="2025-03-03T05:56:13.986" v="758" actId="1076"/>
          <ac:spMkLst>
            <pc:docMk/>
            <pc:sldMk cId="643588265" sldId="271"/>
            <ac:spMk id="3" creationId="{AA98BBB1-6AA0-B86A-95AB-D101659C566B}"/>
          </ac:spMkLst>
        </pc:spChg>
        <pc:spChg chg="add">
          <ac:chgData name="Ali Akbar" userId="7ad23ff2803fa24b" providerId="LiveId" clId="{9701F65E-9EB6-4EE8-98CE-24E6904F9076}" dt="2025-03-03T05:32:36.034" v="449" actId="26606"/>
          <ac:spMkLst>
            <pc:docMk/>
            <pc:sldMk cId="643588265" sldId="271"/>
            <ac:spMk id="9" creationId="{C0763A76-9F1C-4FC5-82B7-DD475DA461B2}"/>
          </ac:spMkLst>
        </pc:spChg>
        <pc:spChg chg="add">
          <ac:chgData name="Ali Akbar" userId="7ad23ff2803fa24b" providerId="LiveId" clId="{9701F65E-9EB6-4EE8-98CE-24E6904F9076}" dt="2025-03-03T05:32:36.034" v="449" actId="26606"/>
          <ac:spMkLst>
            <pc:docMk/>
            <pc:sldMk cId="643588265" sldId="271"/>
            <ac:spMk id="11" creationId="{E81BF4F6-F2CF-4984-9D14-D6966D92F99F}"/>
          </ac:spMkLst>
        </pc:spChg>
        <pc:picChg chg="add">
          <ac:chgData name="Ali Akbar" userId="7ad23ff2803fa24b" providerId="LiveId" clId="{9701F65E-9EB6-4EE8-98CE-24E6904F9076}" dt="2025-03-03T05:32:36.034" v="449" actId="26606"/>
          <ac:picMkLst>
            <pc:docMk/>
            <pc:sldMk cId="643588265" sldId="271"/>
            <ac:picMk id="5" creationId="{C6AC1318-26C8-7F5F-C91A-D726B2927959}"/>
          </ac:picMkLst>
        </pc:picChg>
      </pc:sldChg>
      <pc:sldChg chg="addSp delSp modSp new mod setBg">
        <pc:chgData name="Ali Akbar" userId="7ad23ff2803fa24b" providerId="LiveId" clId="{9701F65E-9EB6-4EE8-98CE-24E6904F9076}" dt="2025-03-03T05:36:24.025" v="545" actId="115"/>
        <pc:sldMkLst>
          <pc:docMk/>
          <pc:sldMk cId="3418342702" sldId="272"/>
        </pc:sldMkLst>
        <pc:spChg chg="mod ord">
          <ac:chgData name="Ali Akbar" userId="7ad23ff2803fa24b" providerId="LiveId" clId="{9701F65E-9EB6-4EE8-98CE-24E6904F9076}" dt="2025-03-03T05:36:24.025" v="545" actId="115"/>
          <ac:spMkLst>
            <pc:docMk/>
            <pc:sldMk cId="3418342702" sldId="272"/>
            <ac:spMk id="2" creationId="{28F55CD0-33EC-1DA4-7B35-DA77BDF3F318}"/>
          </ac:spMkLst>
        </pc:spChg>
        <pc:spChg chg="del">
          <ac:chgData name="Ali Akbar" userId="7ad23ff2803fa24b" providerId="LiveId" clId="{9701F65E-9EB6-4EE8-98CE-24E6904F9076}" dt="2025-03-03T05:34:50.013" v="489"/>
          <ac:spMkLst>
            <pc:docMk/>
            <pc:sldMk cId="3418342702" sldId="272"/>
            <ac:spMk id="3" creationId="{27666AE2-9FE8-EC6A-1C6D-38FAD2941410}"/>
          </ac:spMkLst>
        </pc:spChg>
        <pc:spChg chg="add del">
          <ac:chgData name="Ali Akbar" userId="7ad23ff2803fa24b" providerId="LiveId" clId="{9701F65E-9EB6-4EE8-98CE-24E6904F9076}" dt="2025-03-03T05:35:52.783" v="537" actId="478"/>
          <ac:spMkLst>
            <pc:docMk/>
            <pc:sldMk cId="3418342702" sldId="272"/>
            <ac:spMk id="6150" creationId="{FA266087-011D-2DB5-AFDA-A6DC1ACFA02C}"/>
          </ac:spMkLst>
        </pc:spChg>
        <pc:spChg chg="add">
          <ac:chgData name="Ali Akbar" userId="7ad23ff2803fa24b" providerId="LiveId" clId="{9701F65E-9EB6-4EE8-98CE-24E6904F9076}" dt="2025-03-03T05:35:48.883" v="536" actId="26606"/>
          <ac:spMkLst>
            <pc:docMk/>
            <pc:sldMk cId="3418342702" sldId="272"/>
            <ac:spMk id="6153" creationId="{913AE63C-D5B4-45D1-ACFC-648CFFCF9805}"/>
          </ac:spMkLst>
        </pc:spChg>
        <pc:spChg chg="add">
          <ac:chgData name="Ali Akbar" userId="7ad23ff2803fa24b" providerId="LiveId" clId="{9701F65E-9EB6-4EE8-98CE-24E6904F9076}" dt="2025-03-03T05:35:48.883" v="536" actId="26606"/>
          <ac:spMkLst>
            <pc:docMk/>
            <pc:sldMk cId="3418342702" sldId="272"/>
            <ac:spMk id="6159" creationId="{BF9E7B5D-88C3-4C36-A22E-93AA384BA7B1}"/>
          </ac:spMkLst>
        </pc:spChg>
        <pc:grpChg chg="add">
          <ac:chgData name="Ali Akbar" userId="7ad23ff2803fa24b" providerId="LiveId" clId="{9701F65E-9EB6-4EE8-98CE-24E6904F9076}" dt="2025-03-03T05:35:48.883" v="536" actId="26606"/>
          <ac:grpSpMkLst>
            <pc:docMk/>
            <pc:sldMk cId="3418342702" sldId="272"/>
            <ac:grpSpMk id="6155" creationId="{6DCEF60B-EF3F-4A5E-BDC6-A2D840B90F2E}"/>
          </ac:grpSpMkLst>
        </pc:grpChg>
        <pc:grpChg chg="add">
          <ac:chgData name="Ali Akbar" userId="7ad23ff2803fa24b" providerId="LiveId" clId="{9701F65E-9EB6-4EE8-98CE-24E6904F9076}" dt="2025-03-03T05:35:48.883" v="536" actId="26606"/>
          <ac:grpSpMkLst>
            <pc:docMk/>
            <pc:sldMk cId="3418342702" sldId="272"/>
            <ac:grpSpMk id="6161" creationId="{E27AF472-EAE3-4572-AB69-B92BD10DBC6D}"/>
          </ac:grpSpMkLst>
        </pc:grpChg>
        <pc:picChg chg="add mod">
          <ac:chgData name="Ali Akbar" userId="7ad23ff2803fa24b" providerId="LiveId" clId="{9701F65E-9EB6-4EE8-98CE-24E6904F9076}" dt="2025-03-03T05:36:00.913" v="539" actId="1076"/>
          <ac:picMkLst>
            <pc:docMk/>
            <pc:sldMk cId="3418342702" sldId="272"/>
            <ac:picMk id="6146" creationId="{D01BED65-0B5A-B392-5909-5F79E47D62A7}"/>
          </ac:picMkLst>
        </pc:picChg>
      </pc:sldChg>
      <pc:sldChg chg="addSp delSp modSp new mod">
        <pc:chgData name="Ali Akbar" userId="7ad23ff2803fa24b" providerId="LiveId" clId="{9701F65E-9EB6-4EE8-98CE-24E6904F9076}" dt="2025-03-03T05:50:39.603" v="722" actId="12"/>
        <pc:sldMkLst>
          <pc:docMk/>
          <pc:sldMk cId="436366573" sldId="273"/>
        </pc:sldMkLst>
        <pc:spChg chg="mod">
          <ac:chgData name="Ali Akbar" userId="7ad23ff2803fa24b" providerId="LiveId" clId="{9701F65E-9EB6-4EE8-98CE-24E6904F9076}" dt="2025-03-03T05:46:22.710" v="660" actId="14100"/>
          <ac:spMkLst>
            <pc:docMk/>
            <pc:sldMk cId="436366573" sldId="273"/>
            <ac:spMk id="2" creationId="{28E1DE8F-1E6D-605A-D045-8E007EDBD6D6}"/>
          </ac:spMkLst>
        </pc:spChg>
        <pc:spChg chg="del">
          <ac:chgData name="Ali Akbar" userId="7ad23ff2803fa24b" providerId="LiveId" clId="{9701F65E-9EB6-4EE8-98CE-24E6904F9076}" dt="2025-03-03T05:43:01.181" v="598"/>
          <ac:spMkLst>
            <pc:docMk/>
            <pc:sldMk cId="436366573" sldId="273"/>
            <ac:spMk id="3" creationId="{FFD2677F-1537-8D47-2273-EF3D39F13DD7}"/>
          </ac:spMkLst>
        </pc:spChg>
        <pc:spChg chg="add del mod">
          <ac:chgData name="Ali Akbar" userId="7ad23ff2803fa24b" providerId="LiveId" clId="{9701F65E-9EB6-4EE8-98CE-24E6904F9076}" dt="2025-03-03T05:43:27.364" v="599"/>
          <ac:spMkLst>
            <pc:docMk/>
            <pc:sldMk cId="436366573" sldId="273"/>
            <ac:spMk id="4" creationId="{908BED56-01EB-FEEB-561E-264FC5170D88}"/>
          </ac:spMkLst>
        </pc:spChg>
        <pc:spChg chg="add mod">
          <ac:chgData name="Ali Akbar" userId="7ad23ff2803fa24b" providerId="LiveId" clId="{9701F65E-9EB6-4EE8-98CE-24E6904F9076}" dt="2025-03-03T05:50:39.603" v="722" actId="12"/>
          <ac:spMkLst>
            <pc:docMk/>
            <pc:sldMk cId="436366573" sldId="273"/>
            <ac:spMk id="6" creationId="{DBA4EF1D-47C9-A8AD-79E7-B7B97BF354E1}"/>
          </ac:spMkLst>
        </pc:spChg>
        <pc:spChg chg="add mod">
          <ac:chgData name="Ali Akbar" userId="7ad23ff2803fa24b" providerId="LiveId" clId="{9701F65E-9EB6-4EE8-98CE-24E6904F9076}" dt="2025-03-03T05:50:36.248" v="721" actId="12"/>
          <ac:spMkLst>
            <pc:docMk/>
            <pc:sldMk cId="436366573" sldId="273"/>
            <ac:spMk id="8" creationId="{CF2991CE-E827-C3E8-6653-BE6C3B0C96DB}"/>
          </ac:spMkLst>
        </pc:spChg>
        <pc:spChg chg="add mod">
          <ac:chgData name="Ali Akbar" userId="7ad23ff2803fa24b" providerId="LiveId" clId="{9701F65E-9EB6-4EE8-98CE-24E6904F9076}" dt="2025-03-03T05:50:32.875" v="720" actId="12"/>
          <ac:spMkLst>
            <pc:docMk/>
            <pc:sldMk cId="436366573" sldId="273"/>
            <ac:spMk id="10" creationId="{7B060C64-028C-C0A7-9045-8D195E152EA6}"/>
          </ac:spMkLst>
        </pc:spChg>
        <pc:spChg chg="add mod">
          <ac:chgData name="Ali Akbar" userId="7ad23ff2803fa24b" providerId="LiveId" clId="{9701F65E-9EB6-4EE8-98CE-24E6904F9076}" dt="2025-03-03T05:50:29.518" v="719" actId="12"/>
          <ac:spMkLst>
            <pc:docMk/>
            <pc:sldMk cId="436366573" sldId="273"/>
            <ac:spMk id="12" creationId="{735F617B-3AAE-4432-0A0E-83DB5766D65F}"/>
          </ac:spMkLst>
        </pc:spChg>
        <pc:spChg chg="add mod">
          <ac:chgData name="Ali Akbar" userId="7ad23ff2803fa24b" providerId="LiveId" clId="{9701F65E-9EB6-4EE8-98CE-24E6904F9076}" dt="2025-03-03T05:50:20.644" v="716" actId="1076"/>
          <ac:spMkLst>
            <pc:docMk/>
            <pc:sldMk cId="436366573" sldId="273"/>
            <ac:spMk id="14" creationId="{07954B45-45F0-1E40-E6D1-92D900BAB85A}"/>
          </ac:spMkLst>
        </pc:spChg>
        <pc:picChg chg="add mod">
          <ac:chgData name="Ali Akbar" userId="7ad23ff2803fa24b" providerId="LiveId" clId="{9701F65E-9EB6-4EE8-98CE-24E6904F9076}" dt="2025-03-03T05:48:28.168" v="697" actId="14100"/>
          <ac:picMkLst>
            <pc:docMk/>
            <pc:sldMk cId="436366573" sldId="273"/>
            <ac:picMk id="7172" creationId="{4C55D56B-B56C-E923-A9DB-07CCF64571B2}"/>
          </ac:picMkLst>
        </pc:picChg>
      </pc:sldChg>
      <pc:sldChg chg="addSp delSp modSp new mod setBg">
        <pc:chgData name="Ali Akbar" userId="7ad23ff2803fa24b" providerId="LiveId" clId="{9701F65E-9EB6-4EE8-98CE-24E6904F9076}" dt="2025-03-03T05:58:21.808" v="787" actId="113"/>
        <pc:sldMkLst>
          <pc:docMk/>
          <pc:sldMk cId="1702455272" sldId="274"/>
        </pc:sldMkLst>
        <pc:spChg chg="mod">
          <ac:chgData name="Ali Akbar" userId="7ad23ff2803fa24b" providerId="LiveId" clId="{9701F65E-9EB6-4EE8-98CE-24E6904F9076}" dt="2025-03-03T05:58:21.808" v="787" actId="113"/>
          <ac:spMkLst>
            <pc:docMk/>
            <pc:sldMk cId="1702455272" sldId="274"/>
            <ac:spMk id="2" creationId="{4445001F-A541-0978-9D7A-555F3BD1ED92}"/>
          </ac:spMkLst>
        </pc:spChg>
        <pc:spChg chg="mod">
          <ac:chgData name="Ali Akbar" userId="7ad23ff2803fa24b" providerId="LiveId" clId="{9701F65E-9EB6-4EE8-98CE-24E6904F9076}" dt="2025-03-03T05:58:00.440" v="783" actId="14100"/>
          <ac:spMkLst>
            <pc:docMk/>
            <pc:sldMk cId="1702455272" sldId="274"/>
            <ac:spMk id="3" creationId="{54D99DEA-0A34-558D-E542-A02AF36B110A}"/>
          </ac:spMkLst>
        </pc:spChg>
        <pc:spChg chg="add">
          <ac:chgData name="Ali Akbar" userId="7ad23ff2803fa24b" providerId="LiveId" clId="{9701F65E-9EB6-4EE8-98CE-24E6904F9076}" dt="2025-03-03T05:52:40.732" v="726"/>
          <ac:spMkLst>
            <pc:docMk/>
            <pc:sldMk cId="1702455272" sldId="274"/>
            <ac:spMk id="4" creationId="{65E8A1EC-19A6-C0AF-FAEE-6D06C0FE6BA0}"/>
          </ac:spMkLst>
        </pc:spChg>
        <pc:spChg chg="add">
          <ac:chgData name="Ali Akbar" userId="7ad23ff2803fa24b" providerId="LiveId" clId="{9701F65E-9EB6-4EE8-98CE-24E6904F9076}" dt="2025-03-03T05:53:20.066" v="738"/>
          <ac:spMkLst>
            <pc:docMk/>
            <pc:sldMk cId="1702455272" sldId="274"/>
            <ac:spMk id="5" creationId="{D8FC4ACF-80E1-B813-3223-2C8EBD1FAE91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11" creationId="{7FF47CB7-972F-479F-A36D-9E72D26EC8DA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13" creationId="{0D153B68-5844-490D-8E67-F616D6D721CA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15" creationId="{9A0D773F-7A7D-4DBB-9DEA-86BB8B8F4BC8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20" creationId="{058A14AF-9FB5-4CC7-BA35-E8E85D3EDF0E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22" creationId="{3A9A4357-BD1D-4622-A4FE-766E6AB8DE84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24" creationId="{E659831F-0D9A-4C63-9EBB-8435B85A440F}"/>
          </ac:spMkLst>
        </pc:spChg>
        <pc:spChg chg="add del">
          <ac:chgData name="Ali Akbar" userId="7ad23ff2803fa24b" providerId="LiveId" clId="{9701F65E-9EB6-4EE8-98CE-24E6904F9076}" dt="2025-03-03T05:57:36.050" v="774" actId="26606"/>
          <ac:spMkLst>
            <pc:docMk/>
            <pc:sldMk cId="1702455272" sldId="274"/>
            <ac:spMk id="26" creationId="{E6995CE5-F890-4ABA-82A2-26507CE8D2A3}"/>
          </ac:spMkLst>
        </pc:spChg>
        <pc:picChg chg="add mod">
          <ac:chgData name="Ali Akbar" userId="7ad23ff2803fa24b" providerId="LiveId" clId="{9701F65E-9EB6-4EE8-98CE-24E6904F9076}" dt="2025-03-03T05:58:05.719" v="785" actId="14100"/>
          <ac:picMkLst>
            <pc:docMk/>
            <pc:sldMk cId="1702455272" sldId="274"/>
            <ac:picMk id="6" creationId="{1F45F4FC-7599-44E9-A858-BBC52EC845F0}"/>
          </ac:picMkLst>
        </pc:picChg>
      </pc:sldChg>
      <pc:sldChg chg="addSp delSp modSp new del">
        <pc:chgData name="Ali Akbar" userId="7ad23ff2803fa24b" providerId="LiveId" clId="{9701F65E-9EB6-4EE8-98CE-24E6904F9076}" dt="2025-03-03T05:44:16.411" v="607" actId="680"/>
        <pc:sldMkLst>
          <pc:docMk/>
          <pc:sldMk cId="3343520315" sldId="274"/>
        </pc:sldMkLst>
        <pc:spChg chg="add del">
          <ac:chgData name="Ali Akbar" userId="7ad23ff2803fa24b" providerId="LiveId" clId="{9701F65E-9EB6-4EE8-98CE-24E6904F9076}" dt="2025-03-03T05:44:16.112" v="606"/>
          <ac:spMkLst>
            <pc:docMk/>
            <pc:sldMk cId="3343520315" sldId="274"/>
            <ac:spMk id="3" creationId="{9573576C-287B-4F82-A61E-E4B912C22E26}"/>
          </ac:spMkLst>
        </pc:spChg>
        <pc:spChg chg="add mod">
          <ac:chgData name="Ali Akbar" userId="7ad23ff2803fa24b" providerId="LiveId" clId="{9701F65E-9EB6-4EE8-98CE-24E6904F9076}" dt="2025-03-03T05:44:13.348" v="604"/>
          <ac:spMkLst>
            <pc:docMk/>
            <pc:sldMk cId="3343520315" sldId="274"/>
            <ac:spMk id="4" creationId="{E4B7ACB2-8846-E6DC-A2D6-8E9431C98067}"/>
          </ac:spMkLst>
        </pc:spChg>
        <pc:spChg chg="add mod">
          <ac:chgData name="Ali Akbar" userId="7ad23ff2803fa24b" providerId="LiveId" clId="{9701F65E-9EB6-4EE8-98CE-24E6904F9076}" dt="2025-03-03T05:44:16.112" v="606"/>
          <ac:spMkLst>
            <pc:docMk/>
            <pc:sldMk cId="3343520315" sldId="274"/>
            <ac:spMk id="5" creationId="{DAF9ABB8-A709-DDC6-EC6C-6BFCE6BA4A6B}"/>
          </ac:spMkLst>
        </pc:spChg>
      </pc:sldChg>
      <pc:sldChg chg="addSp delSp modSp new mod setBg">
        <pc:chgData name="Ali Akbar" userId="7ad23ff2803fa24b" providerId="LiveId" clId="{9701F65E-9EB6-4EE8-98CE-24E6904F9076}" dt="2025-03-03T06:29:57.641" v="870" actId="1076"/>
        <pc:sldMkLst>
          <pc:docMk/>
          <pc:sldMk cId="1611308002" sldId="275"/>
        </pc:sldMkLst>
        <pc:spChg chg="mod">
          <ac:chgData name="Ali Akbar" userId="7ad23ff2803fa24b" providerId="LiveId" clId="{9701F65E-9EB6-4EE8-98CE-24E6904F9076}" dt="2025-03-03T06:29:53.228" v="869" actId="14100"/>
          <ac:spMkLst>
            <pc:docMk/>
            <pc:sldMk cId="1611308002" sldId="275"/>
            <ac:spMk id="2" creationId="{91A566BC-98E1-667D-F88D-88AE5D532BD4}"/>
          </ac:spMkLst>
        </pc:spChg>
        <pc:spChg chg="mod">
          <ac:chgData name="Ali Akbar" userId="7ad23ff2803fa24b" providerId="LiveId" clId="{9701F65E-9EB6-4EE8-98CE-24E6904F9076}" dt="2025-03-03T06:29:48.875" v="868" actId="123"/>
          <ac:spMkLst>
            <pc:docMk/>
            <pc:sldMk cId="1611308002" sldId="275"/>
            <ac:spMk id="3" creationId="{EA85054C-6D24-4F19-1D72-94E3AFB3AD4E}"/>
          </ac:spMkLst>
        </pc:spChg>
        <pc:spChg chg="add del">
          <ac:chgData name="Ali Akbar" userId="7ad23ff2803fa24b" providerId="LiveId" clId="{9701F65E-9EB6-4EE8-98CE-24E6904F9076}" dt="2025-03-03T06:26:23.527" v="827" actId="26606"/>
          <ac:spMkLst>
            <pc:docMk/>
            <pc:sldMk cId="1611308002" sldId="275"/>
            <ac:spMk id="9" creationId="{C3420C89-0B09-4632-A4AF-3971D08BF7A8}"/>
          </ac:spMkLst>
        </pc:spChg>
        <pc:spChg chg="add del">
          <ac:chgData name="Ali Akbar" userId="7ad23ff2803fa24b" providerId="LiveId" clId="{9701F65E-9EB6-4EE8-98CE-24E6904F9076}" dt="2025-03-03T06:26:23.527" v="827" actId="26606"/>
          <ac:spMkLst>
            <pc:docMk/>
            <pc:sldMk cId="1611308002" sldId="275"/>
            <ac:spMk id="11" creationId="{4E5CBA61-BF74-40B4-A3A8-366BBA626CCF}"/>
          </ac:spMkLst>
        </pc:spChg>
        <pc:spChg chg="add del">
          <ac:chgData name="Ali Akbar" userId="7ad23ff2803fa24b" providerId="LiveId" clId="{9701F65E-9EB6-4EE8-98CE-24E6904F9076}" dt="2025-03-03T06:29:35.192" v="863" actId="26606"/>
          <ac:spMkLst>
            <pc:docMk/>
            <pc:sldMk cId="1611308002" sldId="275"/>
            <ac:spMk id="29" creationId="{0D7B6173-1D58-48E2-83CF-37350F315F75}"/>
          </ac:spMkLst>
        </pc:spChg>
        <pc:spChg chg="add del">
          <ac:chgData name="Ali Akbar" userId="7ad23ff2803fa24b" providerId="LiveId" clId="{9701F65E-9EB6-4EE8-98CE-24E6904F9076}" dt="2025-03-03T06:29:35.192" v="863" actId="26606"/>
          <ac:spMkLst>
            <pc:docMk/>
            <pc:sldMk cId="1611308002" sldId="275"/>
            <ac:spMk id="31" creationId="{02EBFA83-D4DB-4CA0-B229-9E44634D7FE9}"/>
          </ac:spMkLst>
        </pc:spChg>
        <pc:spChg chg="add del">
          <ac:chgData name="Ali Akbar" userId="7ad23ff2803fa24b" providerId="LiveId" clId="{9701F65E-9EB6-4EE8-98CE-24E6904F9076}" dt="2025-03-03T06:29:35.192" v="863" actId="26606"/>
          <ac:spMkLst>
            <pc:docMk/>
            <pc:sldMk cId="1611308002" sldId="275"/>
            <ac:spMk id="35" creationId="{21BDEC81-16A7-4451-B893-C15000083B77}"/>
          </ac:spMkLst>
        </pc:spChg>
        <pc:spChg chg="add del">
          <ac:chgData name="Ali Akbar" userId="7ad23ff2803fa24b" providerId="LiveId" clId="{9701F65E-9EB6-4EE8-98CE-24E6904F9076}" dt="2025-03-03T06:29:35.192" v="863" actId="26606"/>
          <ac:spMkLst>
            <pc:docMk/>
            <pc:sldMk cId="1611308002" sldId="275"/>
            <ac:spMk id="37" creationId="{26A515A1-4D80-430E-BE0A-71A290516A82}"/>
          </ac:spMkLst>
        </pc:spChg>
        <pc:spChg chg="add">
          <ac:chgData name="Ali Akbar" userId="7ad23ff2803fa24b" providerId="LiveId" clId="{9701F65E-9EB6-4EE8-98CE-24E6904F9076}" dt="2025-03-03T06:29:35.192" v="863" actId="26606"/>
          <ac:spMkLst>
            <pc:docMk/>
            <pc:sldMk cId="1611308002" sldId="275"/>
            <ac:spMk id="42" creationId="{7D07B7BC-3270-4CF3-A7AA-0937908AD58A}"/>
          </ac:spMkLst>
        </pc:spChg>
        <pc:grpChg chg="add">
          <ac:chgData name="Ali Akbar" userId="7ad23ff2803fa24b" providerId="LiveId" clId="{9701F65E-9EB6-4EE8-98CE-24E6904F9076}" dt="2025-03-03T06:25:51.868" v="820" actId="26606"/>
          <ac:grpSpMkLst>
            <pc:docMk/>
            <pc:sldMk cId="1611308002" sldId="275"/>
            <ac:grpSpMk id="13" creationId="{AC27E70C-5470-4262-B9CE-AE52C51CF4C1}"/>
          </ac:grpSpMkLst>
        </pc:grpChg>
        <pc:grpChg chg="add">
          <ac:chgData name="Ali Akbar" userId="7ad23ff2803fa24b" providerId="LiveId" clId="{9701F65E-9EB6-4EE8-98CE-24E6904F9076}" dt="2025-03-03T06:25:51.868" v="820" actId="26606"/>
          <ac:grpSpMkLst>
            <pc:docMk/>
            <pc:sldMk cId="1611308002" sldId="275"/>
            <ac:grpSpMk id="17" creationId="{E27AF472-EAE3-4572-AB69-B92BD10DBC6D}"/>
          </ac:grpSpMkLst>
        </pc:grpChg>
        <pc:grpChg chg="add">
          <ac:chgData name="Ali Akbar" userId="7ad23ff2803fa24b" providerId="LiveId" clId="{9701F65E-9EB6-4EE8-98CE-24E6904F9076}" dt="2025-03-03T06:29:35.192" v="863" actId="26606"/>
          <ac:grpSpMkLst>
            <pc:docMk/>
            <pc:sldMk cId="1611308002" sldId="275"/>
            <ac:grpSpMk id="44" creationId="{108BB4D4-D71A-48F5-B2D2-45D2D78F4C20}"/>
          </ac:grpSpMkLst>
        </pc:grpChg>
        <pc:picChg chg="add del mod ord">
          <ac:chgData name="Ali Akbar" userId="7ad23ff2803fa24b" providerId="LiveId" clId="{9701F65E-9EB6-4EE8-98CE-24E6904F9076}" dt="2025-03-03T06:28:58.828" v="860" actId="478"/>
          <ac:picMkLst>
            <pc:docMk/>
            <pc:sldMk cId="1611308002" sldId="275"/>
            <ac:picMk id="4" creationId="{B7F57FCB-086A-4216-3EDE-889D37779107}"/>
          </ac:picMkLst>
        </pc:picChg>
        <pc:picChg chg="add mod ord">
          <ac:chgData name="Ali Akbar" userId="7ad23ff2803fa24b" providerId="LiveId" clId="{9701F65E-9EB6-4EE8-98CE-24E6904F9076}" dt="2025-03-03T06:29:57.641" v="870" actId="1076"/>
          <ac:picMkLst>
            <pc:docMk/>
            <pc:sldMk cId="1611308002" sldId="275"/>
            <ac:picMk id="6" creationId="{E98310AF-D816-9CA3-6A05-E71D927DA247}"/>
          </ac:picMkLst>
        </pc:picChg>
        <pc:picChg chg="add del">
          <ac:chgData name="Ali Akbar" userId="7ad23ff2803fa24b" providerId="LiveId" clId="{9701F65E-9EB6-4EE8-98CE-24E6904F9076}" dt="2025-03-03T06:29:35.192" v="863" actId="26606"/>
          <ac:picMkLst>
            <pc:docMk/>
            <pc:sldMk cId="1611308002" sldId="275"/>
            <ac:picMk id="33" creationId="{B0DAC8FB-A162-44E3-A606-C855A03A5B09}"/>
          </ac:picMkLst>
        </pc:picChg>
      </pc:sldChg>
      <pc:sldChg chg="addSp delSp modSp new mod setBg">
        <pc:chgData name="Ali Akbar" userId="7ad23ff2803fa24b" providerId="LiveId" clId="{9701F65E-9EB6-4EE8-98CE-24E6904F9076}" dt="2025-03-03T06:32:52.710" v="891" actId="12385"/>
        <pc:sldMkLst>
          <pc:docMk/>
          <pc:sldMk cId="2981133136" sldId="276"/>
        </pc:sldMkLst>
        <pc:spChg chg="mod">
          <ac:chgData name="Ali Akbar" userId="7ad23ff2803fa24b" providerId="LiveId" clId="{9701F65E-9EB6-4EE8-98CE-24E6904F9076}" dt="2025-03-03T06:31:40.310" v="882" actId="26606"/>
          <ac:spMkLst>
            <pc:docMk/>
            <pc:sldMk cId="2981133136" sldId="276"/>
            <ac:spMk id="2" creationId="{CD6D88AA-E6F3-3F6C-AD66-D5253E3249D5}"/>
          </ac:spMkLst>
        </pc:spChg>
        <pc:spChg chg="del">
          <ac:chgData name="Ali Akbar" userId="7ad23ff2803fa24b" providerId="LiveId" clId="{9701F65E-9EB6-4EE8-98CE-24E6904F9076}" dt="2025-03-03T06:30:55.010" v="876" actId="3680"/>
          <ac:spMkLst>
            <pc:docMk/>
            <pc:sldMk cId="2981133136" sldId="276"/>
            <ac:spMk id="3" creationId="{00B1B68C-6E29-77E0-3530-3D9E4BCDE1D5}"/>
          </ac:spMkLst>
        </pc:spChg>
        <pc:spChg chg="add del">
          <ac:chgData name="Ali Akbar" userId="7ad23ff2803fa24b" providerId="LiveId" clId="{9701F65E-9EB6-4EE8-98CE-24E6904F9076}" dt="2025-03-03T06:30:23.342" v="873" actId="22"/>
          <ac:spMkLst>
            <pc:docMk/>
            <pc:sldMk cId="2981133136" sldId="276"/>
            <ac:spMk id="5" creationId="{BCB3E39F-C831-AF9E-5982-6E2805EAA006}"/>
          </ac:spMkLst>
        </pc:spChg>
        <pc:spChg chg="add del">
          <ac:chgData name="Ali Akbar" userId="7ad23ff2803fa24b" providerId="LiveId" clId="{9701F65E-9EB6-4EE8-98CE-24E6904F9076}" dt="2025-03-03T06:31:40.291" v="881" actId="26606"/>
          <ac:spMkLst>
            <pc:docMk/>
            <pc:sldMk cId="2981133136" sldId="276"/>
            <ac:spMk id="11" creationId="{BACC6370-2D7E-4714-9D71-7542949D7D5D}"/>
          </ac:spMkLst>
        </pc:spChg>
        <pc:spChg chg="add del">
          <ac:chgData name="Ali Akbar" userId="7ad23ff2803fa24b" providerId="LiveId" clId="{9701F65E-9EB6-4EE8-98CE-24E6904F9076}" dt="2025-03-03T06:31:40.291" v="881" actId="26606"/>
          <ac:spMkLst>
            <pc:docMk/>
            <pc:sldMk cId="2981133136" sldId="276"/>
            <ac:spMk id="13" creationId="{F68B3F68-107C-434F-AA38-110D5EA91B85}"/>
          </ac:spMkLst>
        </pc:spChg>
        <pc:spChg chg="add del">
          <ac:chgData name="Ali Akbar" userId="7ad23ff2803fa24b" providerId="LiveId" clId="{9701F65E-9EB6-4EE8-98CE-24E6904F9076}" dt="2025-03-03T06:31:40.291" v="881" actId="26606"/>
          <ac:spMkLst>
            <pc:docMk/>
            <pc:sldMk cId="2981133136" sldId="276"/>
            <ac:spMk id="15" creationId="{AAD0DBB9-1A4B-4391-81D4-CB19F9AB918A}"/>
          </ac:spMkLst>
        </pc:spChg>
        <pc:spChg chg="add del">
          <ac:chgData name="Ali Akbar" userId="7ad23ff2803fa24b" providerId="LiveId" clId="{9701F65E-9EB6-4EE8-98CE-24E6904F9076}" dt="2025-03-03T06:31:40.291" v="881" actId="26606"/>
          <ac:spMkLst>
            <pc:docMk/>
            <pc:sldMk cId="2981133136" sldId="276"/>
            <ac:spMk id="17" creationId="{063BBA22-50EA-4C4D-BE05-F1CE4E63AA56}"/>
          </ac:spMkLst>
        </pc:spChg>
        <pc:spChg chg="add">
          <ac:chgData name="Ali Akbar" userId="7ad23ff2803fa24b" providerId="LiveId" clId="{9701F65E-9EB6-4EE8-98CE-24E6904F9076}" dt="2025-03-03T06:31:40.310" v="882" actId="26606"/>
          <ac:spMkLst>
            <pc:docMk/>
            <pc:sldMk cId="2981133136" sldId="276"/>
            <ac:spMk id="19" creationId="{A8384FB5-9ADC-4DDC-881B-597D56F5B15D}"/>
          </ac:spMkLst>
        </pc:spChg>
        <pc:spChg chg="add">
          <ac:chgData name="Ali Akbar" userId="7ad23ff2803fa24b" providerId="LiveId" clId="{9701F65E-9EB6-4EE8-98CE-24E6904F9076}" dt="2025-03-03T06:31:40.310" v="882" actId="26606"/>
          <ac:spMkLst>
            <pc:docMk/>
            <pc:sldMk cId="2981133136" sldId="276"/>
            <ac:spMk id="20" creationId="{1199E1B1-A8C0-4FE8-A5A8-1CB41D69F857}"/>
          </ac:spMkLst>
        </pc:spChg>
        <pc:spChg chg="add">
          <ac:chgData name="Ali Akbar" userId="7ad23ff2803fa24b" providerId="LiveId" clId="{9701F65E-9EB6-4EE8-98CE-24E6904F9076}" dt="2025-03-03T06:31:40.310" v="882" actId="26606"/>
          <ac:spMkLst>
            <pc:docMk/>
            <pc:sldMk cId="2981133136" sldId="276"/>
            <ac:spMk id="21" creationId="{84A8DE83-DE75-4B41-9DB4-A7EC0B0DEC0B}"/>
          </ac:spMkLst>
        </pc:spChg>
        <pc:spChg chg="add">
          <ac:chgData name="Ali Akbar" userId="7ad23ff2803fa24b" providerId="LiveId" clId="{9701F65E-9EB6-4EE8-98CE-24E6904F9076}" dt="2025-03-03T06:31:40.310" v="882" actId="26606"/>
          <ac:spMkLst>
            <pc:docMk/>
            <pc:sldMk cId="2981133136" sldId="276"/>
            <ac:spMk id="22" creationId="{A7009A0A-BEF5-4EAC-AF15-E4F9F002E239}"/>
          </ac:spMkLst>
        </pc:spChg>
        <pc:graphicFrameChg chg="add mod ord modGraphic">
          <ac:chgData name="Ali Akbar" userId="7ad23ff2803fa24b" providerId="LiveId" clId="{9701F65E-9EB6-4EE8-98CE-24E6904F9076}" dt="2025-03-03T06:32:52.710" v="891" actId="12385"/>
          <ac:graphicFrameMkLst>
            <pc:docMk/>
            <pc:sldMk cId="2981133136" sldId="276"/>
            <ac:graphicFrameMk id="6" creationId="{2B67FEAB-CAC1-0050-DAA9-782DCDE44BDA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B007C0-23C4-44C0-97F5-9C1EEC10E7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E3193F3-34E8-4B47-B8CE-DE4B0064B556}">
      <dgm:prSet/>
      <dgm:spPr/>
      <dgm:t>
        <a:bodyPr/>
        <a:lstStyle/>
        <a:p>
          <a:r>
            <a:rPr lang="en-US" b="1"/>
            <a:t>1. What is Cache Memory?</a:t>
          </a:r>
          <a:endParaRPr lang="en-US"/>
        </a:p>
      </dgm:t>
    </dgm:pt>
    <dgm:pt modelId="{242D1D93-814A-42AB-BD38-BE447CC17216}" type="parTrans" cxnId="{B2361FE4-68D0-4E40-AD05-11E52970AB89}">
      <dgm:prSet/>
      <dgm:spPr/>
      <dgm:t>
        <a:bodyPr/>
        <a:lstStyle/>
        <a:p>
          <a:endParaRPr lang="en-US"/>
        </a:p>
      </dgm:t>
    </dgm:pt>
    <dgm:pt modelId="{A042BBA0-8C33-4007-B173-24615295A903}" type="sibTrans" cxnId="{B2361FE4-68D0-4E40-AD05-11E52970AB89}">
      <dgm:prSet/>
      <dgm:spPr/>
      <dgm:t>
        <a:bodyPr/>
        <a:lstStyle/>
        <a:p>
          <a:endParaRPr lang="en-US"/>
        </a:p>
      </dgm:t>
    </dgm:pt>
    <dgm:pt modelId="{BF0508A2-69D0-492B-A034-3BA4551333D1}">
      <dgm:prSet/>
      <dgm:spPr/>
      <dgm:t>
        <a:bodyPr/>
        <a:lstStyle/>
        <a:p>
          <a:pPr algn="just"/>
          <a:r>
            <a:rPr lang="en-US" dirty="0"/>
            <a:t>Cache memory is a small-sized, high-speed memory located close to the CPU.</a:t>
          </a:r>
        </a:p>
      </dgm:t>
    </dgm:pt>
    <dgm:pt modelId="{E89ABF66-DC91-4F71-9BD2-C067E8905A40}" type="parTrans" cxnId="{DD8882EF-9657-4ED0-BEDD-8B1F71008229}">
      <dgm:prSet/>
      <dgm:spPr/>
      <dgm:t>
        <a:bodyPr/>
        <a:lstStyle/>
        <a:p>
          <a:endParaRPr lang="en-US"/>
        </a:p>
      </dgm:t>
    </dgm:pt>
    <dgm:pt modelId="{C2949C52-D837-485B-B17F-E241B720EB3E}" type="sibTrans" cxnId="{DD8882EF-9657-4ED0-BEDD-8B1F71008229}">
      <dgm:prSet/>
      <dgm:spPr/>
      <dgm:t>
        <a:bodyPr/>
        <a:lstStyle/>
        <a:p>
          <a:endParaRPr lang="en-US"/>
        </a:p>
      </dgm:t>
    </dgm:pt>
    <dgm:pt modelId="{912BF82C-AACB-4886-821E-3E8E89A17436}">
      <dgm:prSet/>
      <dgm:spPr/>
      <dgm:t>
        <a:bodyPr/>
        <a:lstStyle/>
        <a:p>
          <a:pPr algn="just"/>
          <a:r>
            <a:rPr lang="en-US" dirty="0"/>
            <a:t>It stores frequently accessed data and instructions to </a:t>
          </a:r>
          <a:r>
            <a:rPr lang="en-US" b="1" dirty="0"/>
            <a:t>reduce latency</a:t>
          </a:r>
          <a:r>
            <a:rPr lang="en-US" dirty="0"/>
            <a:t> and improve processing speed.</a:t>
          </a:r>
        </a:p>
      </dgm:t>
    </dgm:pt>
    <dgm:pt modelId="{C0BFC18D-B4E9-4A47-9844-001D3187D501}" type="parTrans" cxnId="{C0AB7C0F-1086-4926-A87B-A25A2086EAD0}">
      <dgm:prSet/>
      <dgm:spPr/>
      <dgm:t>
        <a:bodyPr/>
        <a:lstStyle/>
        <a:p>
          <a:endParaRPr lang="en-US"/>
        </a:p>
      </dgm:t>
    </dgm:pt>
    <dgm:pt modelId="{D8BE9AE4-0564-462E-9816-82D40DBEA85D}" type="sibTrans" cxnId="{C0AB7C0F-1086-4926-A87B-A25A2086EAD0}">
      <dgm:prSet/>
      <dgm:spPr/>
      <dgm:t>
        <a:bodyPr/>
        <a:lstStyle/>
        <a:p>
          <a:endParaRPr lang="en-US"/>
        </a:p>
      </dgm:t>
    </dgm:pt>
    <dgm:pt modelId="{2C46CDF2-4507-4576-BA2A-0F532B4646BF}">
      <dgm:prSet/>
      <dgm:spPr/>
      <dgm:t>
        <a:bodyPr/>
        <a:lstStyle/>
        <a:p>
          <a:pPr algn="just"/>
          <a:r>
            <a:rPr lang="en-US" dirty="0"/>
            <a:t>Faster than RAM but smaller in size.</a:t>
          </a:r>
        </a:p>
      </dgm:t>
    </dgm:pt>
    <dgm:pt modelId="{347B5FB4-2EFB-46EB-8066-AC0B35A72DED}" type="parTrans" cxnId="{DC09A6E8-DAD9-4381-9FB0-03D8F8C7D75F}">
      <dgm:prSet/>
      <dgm:spPr/>
      <dgm:t>
        <a:bodyPr/>
        <a:lstStyle/>
        <a:p>
          <a:endParaRPr lang="en-US"/>
        </a:p>
      </dgm:t>
    </dgm:pt>
    <dgm:pt modelId="{AB24F6D4-8FB4-49D1-9DB6-617285662437}" type="sibTrans" cxnId="{DC09A6E8-DAD9-4381-9FB0-03D8F8C7D75F}">
      <dgm:prSet/>
      <dgm:spPr/>
      <dgm:t>
        <a:bodyPr/>
        <a:lstStyle/>
        <a:p>
          <a:endParaRPr lang="en-US"/>
        </a:p>
      </dgm:t>
    </dgm:pt>
    <dgm:pt modelId="{F99F664F-5596-4CFF-8EDA-4BD1CB21BFCC}">
      <dgm:prSet/>
      <dgm:spPr/>
      <dgm:t>
        <a:bodyPr/>
        <a:lstStyle/>
        <a:p>
          <a:r>
            <a:rPr lang="en-US" b="1"/>
            <a:t>2. Levels of Cache (L1, L2, L3)</a:t>
          </a:r>
          <a:endParaRPr lang="en-US"/>
        </a:p>
      </dgm:t>
    </dgm:pt>
    <dgm:pt modelId="{9F6CDC52-A121-4847-BA7F-7399CC8750B9}" type="parTrans" cxnId="{2D6E98D8-C4C2-4399-8BD3-4CCAABFD574C}">
      <dgm:prSet/>
      <dgm:spPr/>
      <dgm:t>
        <a:bodyPr/>
        <a:lstStyle/>
        <a:p>
          <a:endParaRPr lang="en-US"/>
        </a:p>
      </dgm:t>
    </dgm:pt>
    <dgm:pt modelId="{0040B03A-3D18-4881-826E-720B7AE01C03}" type="sibTrans" cxnId="{2D6E98D8-C4C2-4399-8BD3-4CCAABFD574C}">
      <dgm:prSet/>
      <dgm:spPr/>
      <dgm:t>
        <a:bodyPr/>
        <a:lstStyle/>
        <a:p>
          <a:endParaRPr lang="en-US"/>
        </a:p>
      </dgm:t>
    </dgm:pt>
    <dgm:pt modelId="{515508D4-6FAD-4722-BF8F-1F37A13B0B51}">
      <dgm:prSet/>
      <dgm:spPr/>
      <dgm:t>
        <a:bodyPr/>
        <a:lstStyle/>
        <a:p>
          <a:pPr algn="just"/>
          <a:r>
            <a:rPr lang="en-US" dirty="0"/>
            <a:t>Modern processors use a multi-level cache hierarchy to balance speed and size.</a:t>
          </a:r>
        </a:p>
      </dgm:t>
    </dgm:pt>
    <dgm:pt modelId="{CE6AA5F3-0F47-4EBD-A58C-A766705A6FD6}" type="parTrans" cxnId="{2B9616C0-2092-467E-98BC-4021E409B223}">
      <dgm:prSet/>
      <dgm:spPr/>
      <dgm:t>
        <a:bodyPr/>
        <a:lstStyle/>
        <a:p>
          <a:endParaRPr lang="en-US"/>
        </a:p>
      </dgm:t>
    </dgm:pt>
    <dgm:pt modelId="{DFEBFBC0-BED8-46F4-B1DD-D7C195491BD2}" type="sibTrans" cxnId="{2B9616C0-2092-467E-98BC-4021E409B223}">
      <dgm:prSet/>
      <dgm:spPr/>
      <dgm:t>
        <a:bodyPr/>
        <a:lstStyle/>
        <a:p>
          <a:endParaRPr lang="en-US"/>
        </a:p>
      </dgm:t>
    </dgm:pt>
    <dgm:pt modelId="{637507BA-0633-46D5-85AD-86BA07C02327}" type="pres">
      <dgm:prSet presAssocID="{92B007C0-23C4-44C0-97F5-9C1EEC10E793}" presName="linear" presStyleCnt="0">
        <dgm:presLayoutVars>
          <dgm:animLvl val="lvl"/>
          <dgm:resizeHandles val="exact"/>
        </dgm:presLayoutVars>
      </dgm:prSet>
      <dgm:spPr/>
    </dgm:pt>
    <dgm:pt modelId="{D9ED08CF-B534-4506-AB3A-A0B2061EFAD2}" type="pres">
      <dgm:prSet presAssocID="{AE3193F3-34E8-4B47-B8CE-DE4B0064B5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69D9E90-22BA-408F-8C11-47101E791810}" type="pres">
      <dgm:prSet presAssocID="{AE3193F3-34E8-4B47-B8CE-DE4B0064B556}" presName="childText" presStyleLbl="revTx" presStyleIdx="0" presStyleCnt="2">
        <dgm:presLayoutVars>
          <dgm:bulletEnabled val="1"/>
        </dgm:presLayoutVars>
      </dgm:prSet>
      <dgm:spPr/>
    </dgm:pt>
    <dgm:pt modelId="{63A0A52C-09AD-4E75-B662-22E29E193B1B}" type="pres">
      <dgm:prSet presAssocID="{F99F664F-5596-4CFF-8EDA-4BD1CB21BFC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47BED76-D4C3-42AF-A5F0-9C91D0059DC6}" type="pres">
      <dgm:prSet presAssocID="{F99F664F-5596-4CFF-8EDA-4BD1CB21BFC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4708F06-D959-4C14-895A-A44022415894}" type="presOf" srcId="{912BF82C-AACB-4886-821E-3E8E89A17436}" destId="{569D9E90-22BA-408F-8C11-47101E791810}" srcOrd="0" destOrd="1" presId="urn:microsoft.com/office/officeart/2005/8/layout/vList2"/>
    <dgm:cxn modelId="{C0AB7C0F-1086-4926-A87B-A25A2086EAD0}" srcId="{AE3193F3-34E8-4B47-B8CE-DE4B0064B556}" destId="{912BF82C-AACB-4886-821E-3E8E89A17436}" srcOrd="1" destOrd="0" parTransId="{C0BFC18D-B4E9-4A47-9844-001D3187D501}" sibTransId="{D8BE9AE4-0564-462E-9816-82D40DBEA85D}"/>
    <dgm:cxn modelId="{0DEEB317-326A-4AEF-AC17-47F0C652CB82}" type="presOf" srcId="{BF0508A2-69D0-492B-A034-3BA4551333D1}" destId="{569D9E90-22BA-408F-8C11-47101E791810}" srcOrd="0" destOrd="0" presId="urn:microsoft.com/office/officeart/2005/8/layout/vList2"/>
    <dgm:cxn modelId="{58587D60-880F-4FF4-B5FE-BC7CC446AFCD}" type="presOf" srcId="{F99F664F-5596-4CFF-8EDA-4BD1CB21BFCC}" destId="{63A0A52C-09AD-4E75-B662-22E29E193B1B}" srcOrd="0" destOrd="0" presId="urn:microsoft.com/office/officeart/2005/8/layout/vList2"/>
    <dgm:cxn modelId="{EA58B15A-285A-4BF8-8F4F-502D9B710445}" type="presOf" srcId="{515508D4-6FAD-4722-BF8F-1F37A13B0B51}" destId="{347BED76-D4C3-42AF-A5F0-9C91D0059DC6}" srcOrd="0" destOrd="0" presId="urn:microsoft.com/office/officeart/2005/8/layout/vList2"/>
    <dgm:cxn modelId="{CE380491-3457-4048-AB12-5EA6BFD93FDC}" type="presOf" srcId="{AE3193F3-34E8-4B47-B8CE-DE4B0064B556}" destId="{D9ED08CF-B534-4506-AB3A-A0B2061EFAD2}" srcOrd="0" destOrd="0" presId="urn:microsoft.com/office/officeart/2005/8/layout/vList2"/>
    <dgm:cxn modelId="{C65736A5-50FA-4850-8503-9E9DF5DA8346}" type="presOf" srcId="{92B007C0-23C4-44C0-97F5-9C1EEC10E793}" destId="{637507BA-0633-46D5-85AD-86BA07C02327}" srcOrd="0" destOrd="0" presId="urn:microsoft.com/office/officeart/2005/8/layout/vList2"/>
    <dgm:cxn modelId="{2B9616C0-2092-467E-98BC-4021E409B223}" srcId="{F99F664F-5596-4CFF-8EDA-4BD1CB21BFCC}" destId="{515508D4-6FAD-4722-BF8F-1F37A13B0B51}" srcOrd="0" destOrd="0" parTransId="{CE6AA5F3-0F47-4EBD-A58C-A766705A6FD6}" sibTransId="{DFEBFBC0-BED8-46F4-B1DD-D7C195491BD2}"/>
    <dgm:cxn modelId="{2D6E98D8-C4C2-4399-8BD3-4CCAABFD574C}" srcId="{92B007C0-23C4-44C0-97F5-9C1EEC10E793}" destId="{F99F664F-5596-4CFF-8EDA-4BD1CB21BFCC}" srcOrd="1" destOrd="0" parTransId="{9F6CDC52-A121-4847-BA7F-7399CC8750B9}" sibTransId="{0040B03A-3D18-4881-826E-720B7AE01C03}"/>
    <dgm:cxn modelId="{B2361FE4-68D0-4E40-AD05-11E52970AB89}" srcId="{92B007C0-23C4-44C0-97F5-9C1EEC10E793}" destId="{AE3193F3-34E8-4B47-B8CE-DE4B0064B556}" srcOrd="0" destOrd="0" parTransId="{242D1D93-814A-42AB-BD38-BE447CC17216}" sibTransId="{A042BBA0-8C33-4007-B173-24615295A903}"/>
    <dgm:cxn modelId="{DC09A6E8-DAD9-4381-9FB0-03D8F8C7D75F}" srcId="{AE3193F3-34E8-4B47-B8CE-DE4B0064B556}" destId="{2C46CDF2-4507-4576-BA2A-0F532B4646BF}" srcOrd="2" destOrd="0" parTransId="{347B5FB4-2EFB-46EB-8066-AC0B35A72DED}" sibTransId="{AB24F6D4-8FB4-49D1-9DB6-617285662437}"/>
    <dgm:cxn modelId="{297259EB-AA6B-48FC-9E16-928C0B88D1AE}" type="presOf" srcId="{2C46CDF2-4507-4576-BA2A-0F532B4646BF}" destId="{569D9E90-22BA-408F-8C11-47101E791810}" srcOrd="0" destOrd="2" presId="urn:microsoft.com/office/officeart/2005/8/layout/vList2"/>
    <dgm:cxn modelId="{DD8882EF-9657-4ED0-BEDD-8B1F71008229}" srcId="{AE3193F3-34E8-4B47-B8CE-DE4B0064B556}" destId="{BF0508A2-69D0-492B-A034-3BA4551333D1}" srcOrd="0" destOrd="0" parTransId="{E89ABF66-DC91-4F71-9BD2-C067E8905A40}" sibTransId="{C2949C52-D837-485B-B17F-E241B720EB3E}"/>
    <dgm:cxn modelId="{39F64864-39B3-4955-AEC0-5D4B139CCE3D}" type="presParOf" srcId="{637507BA-0633-46D5-85AD-86BA07C02327}" destId="{D9ED08CF-B534-4506-AB3A-A0B2061EFAD2}" srcOrd="0" destOrd="0" presId="urn:microsoft.com/office/officeart/2005/8/layout/vList2"/>
    <dgm:cxn modelId="{802E77BE-AC9D-4583-BA46-3AB48753BF6B}" type="presParOf" srcId="{637507BA-0633-46D5-85AD-86BA07C02327}" destId="{569D9E90-22BA-408F-8C11-47101E791810}" srcOrd="1" destOrd="0" presId="urn:microsoft.com/office/officeart/2005/8/layout/vList2"/>
    <dgm:cxn modelId="{E2CCE182-0403-4DF1-B5B8-DC96D1974953}" type="presParOf" srcId="{637507BA-0633-46D5-85AD-86BA07C02327}" destId="{63A0A52C-09AD-4E75-B662-22E29E193B1B}" srcOrd="2" destOrd="0" presId="urn:microsoft.com/office/officeart/2005/8/layout/vList2"/>
    <dgm:cxn modelId="{7FD36B0E-7063-416E-B787-382590D8D73A}" type="presParOf" srcId="{637507BA-0633-46D5-85AD-86BA07C02327}" destId="{347BED76-D4C3-42AF-A5F0-9C91D0059DC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C6B3FB-5296-447D-8022-43C115A1C2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D812F0-08B0-4329-94B2-6AE8FEC7A033}">
      <dgm:prSet/>
      <dgm:spPr/>
      <dgm:t>
        <a:bodyPr/>
        <a:lstStyle/>
        <a:p>
          <a:r>
            <a:rPr lang="en-US" b="1"/>
            <a:t>L2 Cache (Second Level Cache)</a:t>
          </a:r>
          <a:endParaRPr lang="en-US"/>
        </a:p>
      </dgm:t>
    </dgm:pt>
    <dgm:pt modelId="{D4C69315-9407-4D49-85DB-B63629E398D9}" type="parTrans" cxnId="{78D86F87-EACE-413E-B448-C2E393692D6C}">
      <dgm:prSet/>
      <dgm:spPr/>
      <dgm:t>
        <a:bodyPr/>
        <a:lstStyle/>
        <a:p>
          <a:endParaRPr lang="en-US"/>
        </a:p>
      </dgm:t>
    </dgm:pt>
    <dgm:pt modelId="{99D76934-753C-4600-8527-3FC6DD39DB8B}" type="sibTrans" cxnId="{78D86F87-EACE-413E-B448-C2E393692D6C}">
      <dgm:prSet/>
      <dgm:spPr/>
      <dgm:t>
        <a:bodyPr/>
        <a:lstStyle/>
        <a:p>
          <a:endParaRPr lang="en-US"/>
        </a:p>
      </dgm:t>
    </dgm:pt>
    <dgm:pt modelId="{6C37C948-AA6C-4B24-BFEF-FF65241C9DD8}">
      <dgm:prSet/>
      <dgm:spPr/>
      <dgm:t>
        <a:bodyPr/>
        <a:lstStyle/>
        <a:p>
          <a:r>
            <a:rPr lang="en-US" b="1"/>
            <a:t>Larger than L1</a:t>
          </a:r>
          <a:r>
            <a:rPr lang="en-US"/>
            <a:t> but slightly slower.</a:t>
          </a:r>
        </a:p>
      </dgm:t>
    </dgm:pt>
    <dgm:pt modelId="{98829138-05D5-4F8E-AD35-77391C07BE9C}" type="parTrans" cxnId="{0E60C20B-7C2B-4D5D-AEAF-DF9A9E7423D1}">
      <dgm:prSet/>
      <dgm:spPr/>
      <dgm:t>
        <a:bodyPr/>
        <a:lstStyle/>
        <a:p>
          <a:endParaRPr lang="en-US"/>
        </a:p>
      </dgm:t>
    </dgm:pt>
    <dgm:pt modelId="{071359B9-1623-45B4-9765-C56890396F73}" type="sibTrans" cxnId="{0E60C20B-7C2B-4D5D-AEAF-DF9A9E7423D1}">
      <dgm:prSet/>
      <dgm:spPr/>
      <dgm:t>
        <a:bodyPr/>
        <a:lstStyle/>
        <a:p>
          <a:endParaRPr lang="en-US"/>
        </a:p>
      </dgm:t>
    </dgm:pt>
    <dgm:pt modelId="{A71CDF21-13F1-4B11-8234-ABE70156B4CD}">
      <dgm:prSet/>
      <dgm:spPr/>
      <dgm:t>
        <a:bodyPr/>
        <a:lstStyle/>
        <a:p>
          <a:r>
            <a:rPr lang="en-US"/>
            <a:t>Stores data that doesn’t fit in L1.</a:t>
          </a:r>
        </a:p>
      </dgm:t>
    </dgm:pt>
    <dgm:pt modelId="{D0888937-CE60-441D-B94A-BBF08DBCE5AD}" type="parTrans" cxnId="{48EC3A4C-24B2-4856-99DD-6E93D2DA054A}">
      <dgm:prSet/>
      <dgm:spPr/>
      <dgm:t>
        <a:bodyPr/>
        <a:lstStyle/>
        <a:p>
          <a:endParaRPr lang="en-US"/>
        </a:p>
      </dgm:t>
    </dgm:pt>
    <dgm:pt modelId="{19C83693-E3F2-43C5-8315-70592DD64593}" type="sibTrans" cxnId="{48EC3A4C-24B2-4856-99DD-6E93D2DA054A}">
      <dgm:prSet/>
      <dgm:spPr/>
      <dgm:t>
        <a:bodyPr/>
        <a:lstStyle/>
        <a:p>
          <a:endParaRPr lang="en-US"/>
        </a:p>
      </dgm:t>
    </dgm:pt>
    <dgm:pt modelId="{0CB08B47-A868-47E7-B24E-D055CE403F97}">
      <dgm:prSet/>
      <dgm:spPr/>
      <dgm:t>
        <a:bodyPr/>
        <a:lstStyle/>
        <a:p>
          <a:r>
            <a:rPr lang="en-US"/>
            <a:t>Can be dedicated per core or shared among multiple cores.</a:t>
          </a:r>
        </a:p>
      </dgm:t>
    </dgm:pt>
    <dgm:pt modelId="{B22A111A-DCEE-4AF2-92E0-ED6E883F96EF}" type="parTrans" cxnId="{C7BE0AF6-3C1E-445F-947F-75352A2A271D}">
      <dgm:prSet/>
      <dgm:spPr/>
      <dgm:t>
        <a:bodyPr/>
        <a:lstStyle/>
        <a:p>
          <a:endParaRPr lang="en-US"/>
        </a:p>
      </dgm:t>
    </dgm:pt>
    <dgm:pt modelId="{28112DD5-8C64-4201-ADEB-B69D286CB6CA}" type="sibTrans" cxnId="{C7BE0AF6-3C1E-445F-947F-75352A2A271D}">
      <dgm:prSet/>
      <dgm:spPr/>
      <dgm:t>
        <a:bodyPr/>
        <a:lstStyle/>
        <a:p>
          <a:endParaRPr lang="en-US"/>
        </a:p>
      </dgm:t>
    </dgm:pt>
    <dgm:pt modelId="{ECF87901-1B46-4F19-A3AC-57B826DC6CD6}">
      <dgm:prSet/>
      <dgm:spPr/>
      <dgm:t>
        <a:bodyPr/>
        <a:lstStyle/>
        <a:p>
          <a:r>
            <a:rPr lang="en-US" b="1"/>
            <a:t>Example:</a:t>
          </a:r>
          <a:endParaRPr lang="en-US"/>
        </a:p>
      </dgm:t>
    </dgm:pt>
    <dgm:pt modelId="{A46C2584-0571-4ADF-ABB5-3D6DEDEC78ED}" type="parTrans" cxnId="{6EF64A17-5434-41B9-AD58-23CC858BAC51}">
      <dgm:prSet/>
      <dgm:spPr/>
      <dgm:t>
        <a:bodyPr/>
        <a:lstStyle/>
        <a:p>
          <a:endParaRPr lang="en-US"/>
        </a:p>
      </dgm:t>
    </dgm:pt>
    <dgm:pt modelId="{51627751-C0B3-4C98-BC13-F797B6825DE5}" type="sibTrans" cxnId="{6EF64A17-5434-41B9-AD58-23CC858BAC51}">
      <dgm:prSet/>
      <dgm:spPr/>
      <dgm:t>
        <a:bodyPr/>
        <a:lstStyle/>
        <a:p>
          <a:endParaRPr lang="en-US"/>
        </a:p>
      </dgm:t>
    </dgm:pt>
    <dgm:pt modelId="{029B96E2-5615-47AD-952D-662F35EED66E}">
      <dgm:prSet/>
      <dgm:spPr/>
      <dgm:t>
        <a:bodyPr/>
        <a:lstStyle/>
        <a:p>
          <a:r>
            <a:rPr lang="en-US"/>
            <a:t>If L1 cache misses a piece of data, it checks L2 before accessing RAM.</a:t>
          </a:r>
        </a:p>
      </dgm:t>
    </dgm:pt>
    <dgm:pt modelId="{CE06E1C2-E2C0-4E10-BDC4-B8B3A2AE4D90}" type="parTrans" cxnId="{5DF22A97-EB3C-4A31-9CB4-D07360F80F4E}">
      <dgm:prSet/>
      <dgm:spPr/>
      <dgm:t>
        <a:bodyPr/>
        <a:lstStyle/>
        <a:p>
          <a:endParaRPr lang="en-US"/>
        </a:p>
      </dgm:t>
    </dgm:pt>
    <dgm:pt modelId="{15F60A9E-5B7E-4F27-8F84-F2F2AA523F6D}" type="sibTrans" cxnId="{5DF22A97-EB3C-4A31-9CB4-D07360F80F4E}">
      <dgm:prSet/>
      <dgm:spPr/>
      <dgm:t>
        <a:bodyPr/>
        <a:lstStyle/>
        <a:p>
          <a:endParaRPr lang="en-US"/>
        </a:p>
      </dgm:t>
    </dgm:pt>
    <dgm:pt modelId="{765740B6-5E9F-428F-BA09-1A7E4CBBBA28}" type="pres">
      <dgm:prSet presAssocID="{6AC6B3FB-5296-447D-8022-43C115A1C22B}" presName="linear" presStyleCnt="0">
        <dgm:presLayoutVars>
          <dgm:animLvl val="lvl"/>
          <dgm:resizeHandles val="exact"/>
        </dgm:presLayoutVars>
      </dgm:prSet>
      <dgm:spPr/>
    </dgm:pt>
    <dgm:pt modelId="{B8DB75B0-003D-4F54-8B63-6766AF7429E0}" type="pres">
      <dgm:prSet presAssocID="{79D812F0-08B0-4329-94B2-6AE8FEC7A03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6A99607-B419-409C-BF0F-9EC6F1AEA518}" type="pres">
      <dgm:prSet presAssocID="{99D76934-753C-4600-8527-3FC6DD39DB8B}" presName="spacer" presStyleCnt="0"/>
      <dgm:spPr/>
    </dgm:pt>
    <dgm:pt modelId="{4CC09CA1-978C-4177-B63D-0BB4E8085F3A}" type="pres">
      <dgm:prSet presAssocID="{6C37C948-AA6C-4B24-BFEF-FF65241C9D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7ED350C-6394-4F9A-9115-FFBD7F0C957F}" type="pres">
      <dgm:prSet presAssocID="{071359B9-1623-45B4-9765-C56890396F73}" presName="spacer" presStyleCnt="0"/>
      <dgm:spPr/>
    </dgm:pt>
    <dgm:pt modelId="{9C564522-064A-4988-BEDA-3AEB31905765}" type="pres">
      <dgm:prSet presAssocID="{A71CDF21-13F1-4B11-8234-ABE70156B4C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3714C52-99B0-437A-B5BD-7813BED55551}" type="pres">
      <dgm:prSet presAssocID="{19C83693-E3F2-43C5-8315-70592DD64593}" presName="spacer" presStyleCnt="0"/>
      <dgm:spPr/>
    </dgm:pt>
    <dgm:pt modelId="{B79C0310-276D-43E8-BFD8-14627DF1B236}" type="pres">
      <dgm:prSet presAssocID="{0CB08B47-A868-47E7-B24E-D055CE403F9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3E5E712-3DFA-4F29-BF4E-73EE2DBE92B7}" type="pres">
      <dgm:prSet presAssocID="{28112DD5-8C64-4201-ADEB-B69D286CB6CA}" presName="spacer" presStyleCnt="0"/>
      <dgm:spPr/>
    </dgm:pt>
    <dgm:pt modelId="{D725ADE1-232C-4534-9DC5-CDEEECFDD0EB}" type="pres">
      <dgm:prSet presAssocID="{ECF87901-1B46-4F19-A3AC-57B826DC6CD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D02FB97-9968-4E5A-8FA3-352952A05449}" type="pres">
      <dgm:prSet presAssocID="{ECF87901-1B46-4F19-A3AC-57B826DC6CD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E60C20B-7C2B-4D5D-AEAF-DF9A9E7423D1}" srcId="{6AC6B3FB-5296-447D-8022-43C115A1C22B}" destId="{6C37C948-AA6C-4B24-BFEF-FF65241C9DD8}" srcOrd="1" destOrd="0" parTransId="{98829138-05D5-4F8E-AD35-77391C07BE9C}" sibTransId="{071359B9-1623-45B4-9765-C56890396F73}"/>
    <dgm:cxn modelId="{6EF64A17-5434-41B9-AD58-23CC858BAC51}" srcId="{6AC6B3FB-5296-447D-8022-43C115A1C22B}" destId="{ECF87901-1B46-4F19-A3AC-57B826DC6CD6}" srcOrd="4" destOrd="0" parTransId="{A46C2584-0571-4ADF-ABB5-3D6DEDEC78ED}" sibTransId="{51627751-C0B3-4C98-BC13-F797B6825DE5}"/>
    <dgm:cxn modelId="{5DB15017-D380-4A20-9744-99677730AACF}" type="presOf" srcId="{6C37C948-AA6C-4B24-BFEF-FF65241C9DD8}" destId="{4CC09CA1-978C-4177-B63D-0BB4E8085F3A}" srcOrd="0" destOrd="0" presId="urn:microsoft.com/office/officeart/2005/8/layout/vList2"/>
    <dgm:cxn modelId="{CE5E005D-55ED-4718-84D9-0D7F2E80206A}" type="presOf" srcId="{029B96E2-5615-47AD-952D-662F35EED66E}" destId="{FD02FB97-9968-4E5A-8FA3-352952A05449}" srcOrd="0" destOrd="0" presId="urn:microsoft.com/office/officeart/2005/8/layout/vList2"/>
    <dgm:cxn modelId="{334C225E-1E91-4880-AB0A-F31CA0633DEA}" type="presOf" srcId="{79D812F0-08B0-4329-94B2-6AE8FEC7A033}" destId="{B8DB75B0-003D-4F54-8B63-6766AF7429E0}" srcOrd="0" destOrd="0" presId="urn:microsoft.com/office/officeart/2005/8/layout/vList2"/>
    <dgm:cxn modelId="{48EC3A4C-24B2-4856-99DD-6E93D2DA054A}" srcId="{6AC6B3FB-5296-447D-8022-43C115A1C22B}" destId="{A71CDF21-13F1-4B11-8234-ABE70156B4CD}" srcOrd="2" destOrd="0" parTransId="{D0888937-CE60-441D-B94A-BBF08DBCE5AD}" sibTransId="{19C83693-E3F2-43C5-8315-70592DD64593}"/>
    <dgm:cxn modelId="{6650174F-EA27-4853-8E58-67616BDDC056}" type="presOf" srcId="{0CB08B47-A868-47E7-B24E-D055CE403F97}" destId="{B79C0310-276D-43E8-BFD8-14627DF1B236}" srcOrd="0" destOrd="0" presId="urn:microsoft.com/office/officeart/2005/8/layout/vList2"/>
    <dgm:cxn modelId="{99BF8355-04FB-4C4F-861D-8316E1DB2837}" type="presOf" srcId="{6AC6B3FB-5296-447D-8022-43C115A1C22B}" destId="{765740B6-5E9F-428F-BA09-1A7E4CBBBA28}" srcOrd="0" destOrd="0" presId="urn:microsoft.com/office/officeart/2005/8/layout/vList2"/>
    <dgm:cxn modelId="{C6E68355-50A5-4B4A-B91D-3C1ADF42B34F}" type="presOf" srcId="{A71CDF21-13F1-4B11-8234-ABE70156B4CD}" destId="{9C564522-064A-4988-BEDA-3AEB31905765}" srcOrd="0" destOrd="0" presId="urn:microsoft.com/office/officeart/2005/8/layout/vList2"/>
    <dgm:cxn modelId="{78D86F87-EACE-413E-B448-C2E393692D6C}" srcId="{6AC6B3FB-5296-447D-8022-43C115A1C22B}" destId="{79D812F0-08B0-4329-94B2-6AE8FEC7A033}" srcOrd="0" destOrd="0" parTransId="{D4C69315-9407-4D49-85DB-B63629E398D9}" sibTransId="{99D76934-753C-4600-8527-3FC6DD39DB8B}"/>
    <dgm:cxn modelId="{5DF22A97-EB3C-4A31-9CB4-D07360F80F4E}" srcId="{ECF87901-1B46-4F19-A3AC-57B826DC6CD6}" destId="{029B96E2-5615-47AD-952D-662F35EED66E}" srcOrd="0" destOrd="0" parTransId="{CE06E1C2-E2C0-4E10-BDC4-B8B3A2AE4D90}" sibTransId="{15F60A9E-5B7E-4F27-8F84-F2F2AA523F6D}"/>
    <dgm:cxn modelId="{C7BE0AF6-3C1E-445F-947F-75352A2A271D}" srcId="{6AC6B3FB-5296-447D-8022-43C115A1C22B}" destId="{0CB08B47-A868-47E7-B24E-D055CE403F97}" srcOrd="3" destOrd="0" parTransId="{B22A111A-DCEE-4AF2-92E0-ED6E883F96EF}" sibTransId="{28112DD5-8C64-4201-ADEB-B69D286CB6CA}"/>
    <dgm:cxn modelId="{887632FD-23B8-4B8A-9108-414D3019DC94}" type="presOf" srcId="{ECF87901-1B46-4F19-A3AC-57B826DC6CD6}" destId="{D725ADE1-232C-4534-9DC5-CDEEECFDD0EB}" srcOrd="0" destOrd="0" presId="urn:microsoft.com/office/officeart/2005/8/layout/vList2"/>
    <dgm:cxn modelId="{1A28E3D4-0C4E-42F9-998D-C263D0F3B9DD}" type="presParOf" srcId="{765740B6-5E9F-428F-BA09-1A7E4CBBBA28}" destId="{B8DB75B0-003D-4F54-8B63-6766AF7429E0}" srcOrd="0" destOrd="0" presId="urn:microsoft.com/office/officeart/2005/8/layout/vList2"/>
    <dgm:cxn modelId="{6CF21A6C-906C-43C8-BFE5-D0C89228BA05}" type="presParOf" srcId="{765740B6-5E9F-428F-BA09-1A7E4CBBBA28}" destId="{36A99607-B419-409C-BF0F-9EC6F1AEA518}" srcOrd="1" destOrd="0" presId="urn:microsoft.com/office/officeart/2005/8/layout/vList2"/>
    <dgm:cxn modelId="{CC0D6762-E2BC-44ED-9111-BB263ACA35AE}" type="presParOf" srcId="{765740B6-5E9F-428F-BA09-1A7E4CBBBA28}" destId="{4CC09CA1-978C-4177-B63D-0BB4E8085F3A}" srcOrd="2" destOrd="0" presId="urn:microsoft.com/office/officeart/2005/8/layout/vList2"/>
    <dgm:cxn modelId="{BEBC0AFE-83B8-4E57-8379-D17D28FDAD37}" type="presParOf" srcId="{765740B6-5E9F-428F-BA09-1A7E4CBBBA28}" destId="{57ED350C-6394-4F9A-9115-FFBD7F0C957F}" srcOrd="3" destOrd="0" presId="urn:microsoft.com/office/officeart/2005/8/layout/vList2"/>
    <dgm:cxn modelId="{CEF56B00-8CF2-4169-8D0B-D77659423D1C}" type="presParOf" srcId="{765740B6-5E9F-428F-BA09-1A7E4CBBBA28}" destId="{9C564522-064A-4988-BEDA-3AEB31905765}" srcOrd="4" destOrd="0" presId="urn:microsoft.com/office/officeart/2005/8/layout/vList2"/>
    <dgm:cxn modelId="{291B85DC-2375-4D91-9F8F-EAEAFDD70320}" type="presParOf" srcId="{765740B6-5E9F-428F-BA09-1A7E4CBBBA28}" destId="{73714C52-99B0-437A-B5BD-7813BED55551}" srcOrd="5" destOrd="0" presId="urn:microsoft.com/office/officeart/2005/8/layout/vList2"/>
    <dgm:cxn modelId="{9BFDC3DF-2B26-40E4-AD6C-A45DB5972B5D}" type="presParOf" srcId="{765740B6-5E9F-428F-BA09-1A7E4CBBBA28}" destId="{B79C0310-276D-43E8-BFD8-14627DF1B236}" srcOrd="6" destOrd="0" presId="urn:microsoft.com/office/officeart/2005/8/layout/vList2"/>
    <dgm:cxn modelId="{16DF82E9-3B1E-42B4-98EF-2B6C632CD01B}" type="presParOf" srcId="{765740B6-5E9F-428F-BA09-1A7E4CBBBA28}" destId="{83E5E712-3DFA-4F29-BF4E-73EE2DBE92B7}" srcOrd="7" destOrd="0" presId="urn:microsoft.com/office/officeart/2005/8/layout/vList2"/>
    <dgm:cxn modelId="{5227B7C5-49C5-4013-B70F-924977362EF4}" type="presParOf" srcId="{765740B6-5E9F-428F-BA09-1A7E4CBBBA28}" destId="{D725ADE1-232C-4534-9DC5-CDEEECFDD0EB}" srcOrd="8" destOrd="0" presId="urn:microsoft.com/office/officeart/2005/8/layout/vList2"/>
    <dgm:cxn modelId="{54758CAA-C3C0-4578-BC29-2C01780CD465}" type="presParOf" srcId="{765740B6-5E9F-428F-BA09-1A7E4CBBBA28}" destId="{FD02FB97-9968-4E5A-8FA3-352952A05449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92E381-7CCF-4DAE-8C8D-5C96011F00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22F32E-07A0-43FC-9DCF-6955CFCCAB7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3200" dirty="0"/>
            <a:t>L1 Cache → Like a notepad on your desk (very fast, very small).</a:t>
          </a:r>
        </a:p>
      </dgm:t>
    </dgm:pt>
    <dgm:pt modelId="{D9860B1A-BCAE-414C-B582-1A305F589068}" type="parTrans" cxnId="{551F9261-7A49-49DE-A623-AFC25FA0D24B}">
      <dgm:prSet/>
      <dgm:spPr/>
      <dgm:t>
        <a:bodyPr/>
        <a:lstStyle/>
        <a:p>
          <a:endParaRPr lang="en-US"/>
        </a:p>
      </dgm:t>
    </dgm:pt>
    <dgm:pt modelId="{E8463B97-72DF-4773-B239-99856C555A06}" type="sibTrans" cxnId="{551F9261-7A49-49DE-A623-AFC25FA0D24B}">
      <dgm:prSet/>
      <dgm:spPr/>
      <dgm:t>
        <a:bodyPr/>
        <a:lstStyle/>
        <a:p>
          <a:endParaRPr lang="en-US"/>
        </a:p>
      </dgm:t>
    </dgm:pt>
    <dgm:pt modelId="{24A68B4D-AADE-4E4E-8ED5-DCF23278D34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3200" dirty="0"/>
            <a:t>L2 Cache → Like a bookshelf next to your desk (a bit slower but larger).</a:t>
          </a:r>
        </a:p>
      </dgm:t>
    </dgm:pt>
    <dgm:pt modelId="{BB8D801F-101F-44AC-A768-E585B29EBF33}" type="parTrans" cxnId="{87DCDF1C-CEE9-47FB-A0D5-FB4E36A126D7}">
      <dgm:prSet/>
      <dgm:spPr/>
      <dgm:t>
        <a:bodyPr/>
        <a:lstStyle/>
        <a:p>
          <a:endParaRPr lang="en-US"/>
        </a:p>
      </dgm:t>
    </dgm:pt>
    <dgm:pt modelId="{3FB4945B-AC7A-4F8D-B7A3-0BA5F03DA976}" type="sibTrans" cxnId="{87DCDF1C-CEE9-47FB-A0D5-FB4E36A126D7}">
      <dgm:prSet/>
      <dgm:spPr/>
      <dgm:t>
        <a:bodyPr/>
        <a:lstStyle/>
        <a:p>
          <a:endParaRPr lang="en-US"/>
        </a:p>
      </dgm:t>
    </dgm:pt>
    <dgm:pt modelId="{AA7C7BEE-962D-49DA-B80C-FDD98BC997A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3200" dirty="0"/>
            <a:t>L3 Cache → Like a library in your office building (much larger but slower to access).</a:t>
          </a:r>
        </a:p>
      </dgm:t>
    </dgm:pt>
    <dgm:pt modelId="{4FCF4297-F7ED-4E1C-96F0-BD75C628451C}" type="parTrans" cxnId="{31C9AE70-79EE-40BD-A450-068E7A09A274}">
      <dgm:prSet/>
      <dgm:spPr/>
      <dgm:t>
        <a:bodyPr/>
        <a:lstStyle/>
        <a:p>
          <a:endParaRPr lang="en-US"/>
        </a:p>
      </dgm:t>
    </dgm:pt>
    <dgm:pt modelId="{C665BF9E-AD94-4443-9106-CCFDA9B44135}" type="sibTrans" cxnId="{31C9AE70-79EE-40BD-A450-068E7A09A274}">
      <dgm:prSet/>
      <dgm:spPr/>
      <dgm:t>
        <a:bodyPr/>
        <a:lstStyle/>
        <a:p>
          <a:endParaRPr lang="en-US"/>
        </a:p>
      </dgm:t>
    </dgm:pt>
    <dgm:pt modelId="{926F9770-679F-454F-8F66-E3F74A840D7A}" type="pres">
      <dgm:prSet presAssocID="{F192E381-7CCF-4DAE-8C8D-5C96011F0004}" presName="root" presStyleCnt="0">
        <dgm:presLayoutVars>
          <dgm:dir/>
          <dgm:resizeHandles val="exact"/>
        </dgm:presLayoutVars>
      </dgm:prSet>
      <dgm:spPr/>
    </dgm:pt>
    <dgm:pt modelId="{7CFEE37D-4093-4773-8B31-7C2C5D983107}" type="pres">
      <dgm:prSet presAssocID="{7622F32E-07A0-43FC-9DCF-6955CFCCAB7D}" presName="compNode" presStyleCnt="0"/>
      <dgm:spPr/>
    </dgm:pt>
    <dgm:pt modelId="{A9A33B6B-1B5C-48D5-8DDF-C6E10D4386EA}" type="pres">
      <dgm:prSet presAssocID="{7622F32E-07A0-43FC-9DCF-6955CFCCAB7D}" presName="bgRect" presStyleLbl="bgShp" presStyleIdx="0" presStyleCnt="3"/>
      <dgm:spPr/>
    </dgm:pt>
    <dgm:pt modelId="{4B53BE3D-81CF-4C3E-AA9F-E374526A737C}" type="pres">
      <dgm:prSet presAssocID="{7622F32E-07A0-43FC-9DCF-6955CFCCAB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CD6DFA80-A3C9-40E6-B56F-EA93EE1EB220}" type="pres">
      <dgm:prSet presAssocID="{7622F32E-07A0-43FC-9DCF-6955CFCCAB7D}" presName="spaceRect" presStyleCnt="0"/>
      <dgm:spPr/>
    </dgm:pt>
    <dgm:pt modelId="{A38020BC-FD42-4800-B3A0-EFE93C3DC467}" type="pres">
      <dgm:prSet presAssocID="{7622F32E-07A0-43FC-9DCF-6955CFCCAB7D}" presName="parTx" presStyleLbl="revTx" presStyleIdx="0" presStyleCnt="3">
        <dgm:presLayoutVars>
          <dgm:chMax val="0"/>
          <dgm:chPref val="0"/>
        </dgm:presLayoutVars>
      </dgm:prSet>
      <dgm:spPr/>
    </dgm:pt>
    <dgm:pt modelId="{5D6A9360-C2F1-48A3-B390-E31ED7140E35}" type="pres">
      <dgm:prSet presAssocID="{E8463B97-72DF-4773-B239-99856C555A06}" presName="sibTrans" presStyleCnt="0"/>
      <dgm:spPr/>
    </dgm:pt>
    <dgm:pt modelId="{C09E35A1-A58C-470E-A4B2-62C970C033C6}" type="pres">
      <dgm:prSet presAssocID="{24A68B4D-AADE-4E4E-8ED5-DCF23278D342}" presName="compNode" presStyleCnt="0"/>
      <dgm:spPr/>
    </dgm:pt>
    <dgm:pt modelId="{43627EA8-3C33-4628-997A-B774A24487FF}" type="pres">
      <dgm:prSet presAssocID="{24A68B4D-AADE-4E4E-8ED5-DCF23278D342}" presName="bgRect" presStyleLbl="bgShp" presStyleIdx="1" presStyleCnt="3"/>
      <dgm:spPr/>
    </dgm:pt>
    <dgm:pt modelId="{E757327C-DA01-4D87-A4EE-5657359407E3}" type="pres">
      <dgm:prSet presAssocID="{24A68B4D-AADE-4E4E-8ED5-DCF23278D3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C448A15-9D7C-4758-A318-EFD9EB055A20}" type="pres">
      <dgm:prSet presAssocID="{24A68B4D-AADE-4E4E-8ED5-DCF23278D342}" presName="spaceRect" presStyleCnt="0"/>
      <dgm:spPr/>
    </dgm:pt>
    <dgm:pt modelId="{E6FA97BB-8824-4C77-8A8F-B6C183329CE5}" type="pres">
      <dgm:prSet presAssocID="{24A68B4D-AADE-4E4E-8ED5-DCF23278D342}" presName="parTx" presStyleLbl="revTx" presStyleIdx="1" presStyleCnt="3">
        <dgm:presLayoutVars>
          <dgm:chMax val="0"/>
          <dgm:chPref val="0"/>
        </dgm:presLayoutVars>
      </dgm:prSet>
      <dgm:spPr/>
    </dgm:pt>
    <dgm:pt modelId="{11345D03-8539-4012-AAB9-93777DA6222A}" type="pres">
      <dgm:prSet presAssocID="{3FB4945B-AC7A-4F8D-B7A3-0BA5F03DA976}" presName="sibTrans" presStyleCnt="0"/>
      <dgm:spPr/>
    </dgm:pt>
    <dgm:pt modelId="{FA661AED-EF1F-4AA6-BAEC-EFC0A8E1B8B5}" type="pres">
      <dgm:prSet presAssocID="{AA7C7BEE-962D-49DA-B80C-FDD98BC997A0}" presName="compNode" presStyleCnt="0"/>
      <dgm:spPr/>
    </dgm:pt>
    <dgm:pt modelId="{F08EA1C9-19C1-4531-AB49-83F37F7A540C}" type="pres">
      <dgm:prSet presAssocID="{AA7C7BEE-962D-49DA-B80C-FDD98BC997A0}" presName="bgRect" presStyleLbl="bgShp" presStyleIdx="2" presStyleCnt="3"/>
      <dgm:spPr/>
    </dgm:pt>
    <dgm:pt modelId="{19A42B5B-B924-45F8-B172-ECEE10A79C48}" type="pres">
      <dgm:prSet presAssocID="{AA7C7BEE-962D-49DA-B80C-FDD98BC997A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A2C39B0-7ED1-421E-A278-712336EB4C1B}" type="pres">
      <dgm:prSet presAssocID="{AA7C7BEE-962D-49DA-B80C-FDD98BC997A0}" presName="spaceRect" presStyleCnt="0"/>
      <dgm:spPr/>
    </dgm:pt>
    <dgm:pt modelId="{B6A9F367-863C-4AB0-9B0F-3A4F924AF7D8}" type="pres">
      <dgm:prSet presAssocID="{AA7C7BEE-962D-49DA-B80C-FDD98BC997A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393310-7578-42CC-BC57-E4AC62CE770A}" type="presOf" srcId="{24A68B4D-AADE-4E4E-8ED5-DCF23278D342}" destId="{E6FA97BB-8824-4C77-8A8F-B6C183329CE5}" srcOrd="0" destOrd="0" presId="urn:microsoft.com/office/officeart/2018/2/layout/IconVerticalSolidList"/>
    <dgm:cxn modelId="{87DCDF1C-CEE9-47FB-A0D5-FB4E36A126D7}" srcId="{F192E381-7CCF-4DAE-8C8D-5C96011F0004}" destId="{24A68B4D-AADE-4E4E-8ED5-DCF23278D342}" srcOrd="1" destOrd="0" parTransId="{BB8D801F-101F-44AC-A768-E585B29EBF33}" sibTransId="{3FB4945B-AC7A-4F8D-B7A3-0BA5F03DA976}"/>
    <dgm:cxn modelId="{B2222427-00A0-4E87-A5E3-4A10B6245170}" type="presOf" srcId="{AA7C7BEE-962D-49DA-B80C-FDD98BC997A0}" destId="{B6A9F367-863C-4AB0-9B0F-3A4F924AF7D8}" srcOrd="0" destOrd="0" presId="urn:microsoft.com/office/officeart/2018/2/layout/IconVerticalSolidList"/>
    <dgm:cxn modelId="{BA58575B-6E77-41D6-912F-E308913E6E18}" type="presOf" srcId="{7622F32E-07A0-43FC-9DCF-6955CFCCAB7D}" destId="{A38020BC-FD42-4800-B3A0-EFE93C3DC467}" srcOrd="0" destOrd="0" presId="urn:microsoft.com/office/officeart/2018/2/layout/IconVerticalSolidList"/>
    <dgm:cxn modelId="{551F9261-7A49-49DE-A623-AFC25FA0D24B}" srcId="{F192E381-7CCF-4DAE-8C8D-5C96011F0004}" destId="{7622F32E-07A0-43FC-9DCF-6955CFCCAB7D}" srcOrd="0" destOrd="0" parTransId="{D9860B1A-BCAE-414C-B582-1A305F589068}" sibTransId="{E8463B97-72DF-4773-B239-99856C555A06}"/>
    <dgm:cxn modelId="{31C9AE70-79EE-40BD-A450-068E7A09A274}" srcId="{F192E381-7CCF-4DAE-8C8D-5C96011F0004}" destId="{AA7C7BEE-962D-49DA-B80C-FDD98BC997A0}" srcOrd="2" destOrd="0" parTransId="{4FCF4297-F7ED-4E1C-96F0-BD75C628451C}" sibTransId="{C665BF9E-AD94-4443-9106-CCFDA9B44135}"/>
    <dgm:cxn modelId="{FE10B582-33B5-4C58-8815-42DA65CEBBB6}" type="presOf" srcId="{F192E381-7CCF-4DAE-8C8D-5C96011F0004}" destId="{926F9770-679F-454F-8F66-E3F74A840D7A}" srcOrd="0" destOrd="0" presId="urn:microsoft.com/office/officeart/2018/2/layout/IconVerticalSolidList"/>
    <dgm:cxn modelId="{F5768D83-A67D-4F9A-8057-26CC9C388958}" type="presParOf" srcId="{926F9770-679F-454F-8F66-E3F74A840D7A}" destId="{7CFEE37D-4093-4773-8B31-7C2C5D983107}" srcOrd="0" destOrd="0" presId="urn:microsoft.com/office/officeart/2018/2/layout/IconVerticalSolidList"/>
    <dgm:cxn modelId="{4A3A6175-6A3F-4F28-BB3B-E9D96D0ACCAC}" type="presParOf" srcId="{7CFEE37D-4093-4773-8B31-7C2C5D983107}" destId="{A9A33B6B-1B5C-48D5-8DDF-C6E10D4386EA}" srcOrd="0" destOrd="0" presId="urn:microsoft.com/office/officeart/2018/2/layout/IconVerticalSolidList"/>
    <dgm:cxn modelId="{1169891B-44B1-4DA4-AB0E-9124C1D5650D}" type="presParOf" srcId="{7CFEE37D-4093-4773-8B31-7C2C5D983107}" destId="{4B53BE3D-81CF-4C3E-AA9F-E374526A737C}" srcOrd="1" destOrd="0" presId="urn:microsoft.com/office/officeart/2018/2/layout/IconVerticalSolidList"/>
    <dgm:cxn modelId="{C90AD989-A660-4838-9C73-D4B76F886F26}" type="presParOf" srcId="{7CFEE37D-4093-4773-8B31-7C2C5D983107}" destId="{CD6DFA80-A3C9-40E6-B56F-EA93EE1EB220}" srcOrd="2" destOrd="0" presId="urn:microsoft.com/office/officeart/2018/2/layout/IconVerticalSolidList"/>
    <dgm:cxn modelId="{15FB8455-6001-427D-B8C1-7838278E88F8}" type="presParOf" srcId="{7CFEE37D-4093-4773-8B31-7C2C5D983107}" destId="{A38020BC-FD42-4800-B3A0-EFE93C3DC467}" srcOrd="3" destOrd="0" presId="urn:microsoft.com/office/officeart/2018/2/layout/IconVerticalSolidList"/>
    <dgm:cxn modelId="{A5BA6154-0348-46DD-9289-F47E777C23A2}" type="presParOf" srcId="{926F9770-679F-454F-8F66-E3F74A840D7A}" destId="{5D6A9360-C2F1-48A3-B390-E31ED7140E35}" srcOrd="1" destOrd="0" presId="urn:microsoft.com/office/officeart/2018/2/layout/IconVerticalSolidList"/>
    <dgm:cxn modelId="{356A1D53-A345-4127-8125-F48206976C26}" type="presParOf" srcId="{926F9770-679F-454F-8F66-E3F74A840D7A}" destId="{C09E35A1-A58C-470E-A4B2-62C970C033C6}" srcOrd="2" destOrd="0" presId="urn:microsoft.com/office/officeart/2018/2/layout/IconVerticalSolidList"/>
    <dgm:cxn modelId="{BD81FA4E-FFA9-4225-BDCB-23410FD6FF11}" type="presParOf" srcId="{C09E35A1-A58C-470E-A4B2-62C970C033C6}" destId="{43627EA8-3C33-4628-997A-B774A24487FF}" srcOrd="0" destOrd="0" presId="urn:microsoft.com/office/officeart/2018/2/layout/IconVerticalSolidList"/>
    <dgm:cxn modelId="{0A41C456-D887-4EF1-8A47-CDEC86C41EC2}" type="presParOf" srcId="{C09E35A1-A58C-470E-A4B2-62C970C033C6}" destId="{E757327C-DA01-4D87-A4EE-5657359407E3}" srcOrd="1" destOrd="0" presId="urn:microsoft.com/office/officeart/2018/2/layout/IconVerticalSolidList"/>
    <dgm:cxn modelId="{BEC17EE5-9FFB-4FAE-B6E6-A435B28C117C}" type="presParOf" srcId="{C09E35A1-A58C-470E-A4B2-62C970C033C6}" destId="{3C448A15-9D7C-4758-A318-EFD9EB055A20}" srcOrd="2" destOrd="0" presId="urn:microsoft.com/office/officeart/2018/2/layout/IconVerticalSolidList"/>
    <dgm:cxn modelId="{20CDADF2-9BB2-4556-BD30-F26D52A1DEF6}" type="presParOf" srcId="{C09E35A1-A58C-470E-A4B2-62C970C033C6}" destId="{E6FA97BB-8824-4C77-8A8F-B6C183329CE5}" srcOrd="3" destOrd="0" presId="urn:microsoft.com/office/officeart/2018/2/layout/IconVerticalSolidList"/>
    <dgm:cxn modelId="{56EF5FE3-6788-4DCD-9FA4-3AB6793D3072}" type="presParOf" srcId="{926F9770-679F-454F-8F66-E3F74A840D7A}" destId="{11345D03-8539-4012-AAB9-93777DA6222A}" srcOrd="3" destOrd="0" presId="urn:microsoft.com/office/officeart/2018/2/layout/IconVerticalSolidList"/>
    <dgm:cxn modelId="{535CDF1A-EC2D-4811-847F-88859F056FAF}" type="presParOf" srcId="{926F9770-679F-454F-8F66-E3F74A840D7A}" destId="{FA661AED-EF1F-4AA6-BAEC-EFC0A8E1B8B5}" srcOrd="4" destOrd="0" presId="urn:microsoft.com/office/officeart/2018/2/layout/IconVerticalSolidList"/>
    <dgm:cxn modelId="{6945D599-8A63-4D01-8B9B-AB9802EA7A94}" type="presParOf" srcId="{FA661AED-EF1F-4AA6-BAEC-EFC0A8E1B8B5}" destId="{F08EA1C9-19C1-4531-AB49-83F37F7A540C}" srcOrd="0" destOrd="0" presId="urn:microsoft.com/office/officeart/2018/2/layout/IconVerticalSolidList"/>
    <dgm:cxn modelId="{8691BEEA-847C-4218-9227-5E8CBE73D776}" type="presParOf" srcId="{FA661AED-EF1F-4AA6-BAEC-EFC0A8E1B8B5}" destId="{19A42B5B-B924-45F8-B172-ECEE10A79C48}" srcOrd="1" destOrd="0" presId="urn:microsoft.com/office/officeart/2018/2/layout/IconVerticalSolidList"/>
    <dgm:cxn modelId="{6A508C93-E209-4855-A633-E1A73A5D7AA2}" type="presParOf" srcId="{FA661AED-EF1F-4AA6-BAEC-EFC0A8E1B8B5}" destId="{0A2C39B0-7ED1-421E-A278-712336EB4C1B}" srcOrd="2" destOrd="0" presId="urn:microsoft.com/office/officeart/2018/2/layout/IconVerticalSolidList"/>
    <dgm:cxn modelId="{7CABFDE9-F4A6-4789-942E-5FB2A814967D}" type="presParOf" srcId="{FA661AED-EF1F-4AA6-BAEC-EFC0A8E1B8B5}" destId="{B6A9F367-863C-4AB0-9B0F-3A4F924AF7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D08CF-B534-4506-AB3A-A0B2061EFAD2}">
      <dsp:nvSpPr>
        <dsp:cNvPr id="0" name=""/>
        <dsp:cNvSpPr/>
      </dsp:nvSpPr>
      <dsp:spPr>
        <a:xfrm>
          <a:off x="0" y="1899"/>
          <a:ext cx="10515600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1. What is Cache Memory?</a:t>
          </a:r>
          <a:endParaRPr lang="en-US" sz="3900" kern="1200"/>
        </a:p>
      </dsp:txBody>
      <dsp:txXfrm>
        <a:off x="46777" y="48676"/>
        <a:ext cx="10422046" cy="864676"/>
      </dsp:txXfrm>
    </dsp:sp>
    <dsp:sp modelId="{569D9E90-22BA-408F-8C11-47101E791810}">
      <dsp:nvSpPr>
        <dsp:cNvPr id="0" name=""/>
        <dsp:cNvSpPr/>
      </dsp:nvSpPr>
      <dsp:spPr>
        <a:xfrm>
          <a:off x="0" y="960129"/>
          <a:ext cx="10515600" cy="2381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9530" rIns="277368" bIns="4953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Cache memory is a small-sized, high-speed memory located close to the CPU.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It stores frequently accessed data and instructions to </a:t>
          </a:r>
          <a:r>
            <a:rPr lang="en-US" sz="3000" b="1" kern="1200" dirty="0"/>
            <a:t>reduce latency</a:t>
          </a:r>
          <a:r>
            <a:rPr lang="en-US" sz="3000" kern="1200" dirty="0"/>
            <a:t> and improve processing speed.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Faster than RAM but smaller in size.</a:t>
          </a:r>
        </a:p>
      </dsp:txBody>
      <dsp:txXfrm>
        <a:off x="0" y="960129"/>
        <a:ext cx="10515600" cy="2381535"/>
      </dsp:txXfrm>
    </dsp:sp>
    <dsp:sp modelId="{63A0A52C-09AD-4E75-B662-22E29E193B1B}">
      <dsp:nvSpPr>
        <dsp:cNvPr id="0" name=""/>
        <dsp:cNvSpPr/>
      </dsp:nvSpPr>
      <dsp:spPr>
        <a:xfrm>
          <a:off x="0" y="3341664"/>
          <a:ext cx="10515600" cy="9582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/>
            <a:t>2. Levels of Cache (L1, L2, L3)</a:t>
          </a:r>
          <a:endParaRPr lang="en-US" sz="3900" kern="1200"/>
        </a:p>
      </dsp:txBody>
      <dsp:txXfrm>
        <a:off x="46777" y="3388441"/>
        <a:ext cx="10422046" cy="864676"/>
      </dsp:txXfrm>
    </dsp:sp>
    <dsp:sp modelId="{347BED76-D4C3-42AF-A5F0-9C91D0059DC6}">
      <dsp:nvSpPr>
        <dsp:cNvPr id="0" name=""/>
        <dsp:cNvSpPr/>
      </dsp:nvSpPr>
      <dsp:spPr>
        <a:xfrm>
          <a:off x="0" y="4299894"/>
          <a:ext cx="10515600" cy="948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9530" rIns="277368" bIns="4953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Modern processors use a multi-level cache hierarchy to balance speed and size.</a:t>
          </a:r>
        </a:p>
      </dsp:txBody>
      <dsp:txXfrm>
        <a:off x="0" y="4299894"/>
        <a:ext cx="10515600" cy="9485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B75B0-003D-4F54-8B63-6766AF7429E0}">
      <dsp:nvSpPr>
        <dsp:cNvPr id="0" name=""/>
        <dsp:cNvSpPr/>
      </dsp:nvSpPr>
      <dsp:spPr>
        <a:xfrm>
          <a:off x="0" y="42250"/>
          <a:ext cx="4398723" cy="758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L2 Cache (Second Level Cache)</a:t>
          </a:r>
          <a:endParaRPr lang="en-US" sz="1900" kern="1200"/>
        </a:p>
      </dsp:txBody>
      <dsp:txXfrm>
        <a:off x="37032" y="79282"/>
        <a:ext cx="4324659" cy="684534"/>
      </dsp:txXfrm>
    </dsp:sp>
    <dsp:sp modelId="{4CC09CA1-978C-4177-B63D-0BB4E8085F3A}">
      <dsp:nvSpPr>
        <dsp:cNvPr id="0" name=""/>
        <dsp:cNvSpPr/>
      </dsp:nvSpPr>
      <dsp:spPr>
        <a:xfrm>
          <a:off x="0" y="855568"/>
          <a:ext cx="4398723" cy="758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Larger than L1</a:t>
          </a:r>
          <a:r>
            <a:rPr lang="en-US" sz="1900" kern="1200"/>
            <a:t> but slightly slower.</a:t>
          </a:r>
        </a:p>
      </dsp:txBody>
      <dsp:txXfrm>
        <a:off x="37032" y="892600"/>
        <a:ext cx="4324659" cy="684534"/>
      </dsp:txXfrm>
    </dsp:sp>
    <dsp:sp modelId="{9C564522-064A-4988-BEDA-3AEB31905765}">
      <dsp:nvSpPr>
        <dsp:cNvPr id="0" name=""/>
        <dsp:cNvSpPr/>
      </dsp:nvSpPr>
      <dsp:spPr>
        <a:xfrm>
          <a:off x="0" y="1668887"/>
          <a:ext cx="4398723" cy="758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Stores data that doesn’t fit in L1.</a:t>
          </a:r>
        </a:p>
      </dsp:txBody>
      <dsp:txXfrm>
        <a:off x="37032" y="1705919"/>
        <a:ext cx="4324659" cy="684534"/>
      </dsp:txXfrm>
    </dsp:sp>
    <dsp:sp modelId="{B79C0310-276D-43E8-BFD8-14627DF1B236}">
      <dsp:nvSpPr>
        <dsp:cNvPr id="0" name=""/>
        <dsp:cNvSpPr/>
      </dsp:nvSpPr>
      <dsp:spPr>
        <a:xfrm>
          <a:off x="0" y="2482206"/>
          <a:ext cx="4398723" cy="758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be dedicated per core or shared among multiple cores.</a:t>
          </a:r>
        </a:p>
      </dsp:txBody>
      <dsp:txXfrm>
        <a:off x="37032" y="2519238"/>
        <a:ext cx="4324659" cy="684534"/>
      </dsp:txXfrm>
    </dsp:sp>
    <dsp:sp modelId="{D725ADE1-232C-4534-9DC5-CDEEECFDD0EB}">
      <dsp:nvSpPr>
        <dsp:cNvPr id="0" name=""/>
        <dsp:cNvSpPr/>
      </dsp:nvSpPr>
      <dsp:spPr>
        <a:xfrm>
          <a:off x="0" y="3295525"/>
          <a:ext cx="4398723" cy="7585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Example:</a:t>
          </a:r>
          <a:endParaRPr lang="en-US" sz="1900" kern="1200"/>
        </a:p>
      </dsp:txBody>
      <dsp:txXfrm>
        <a:off x="37032" y="3332557"/>
        <a:ext cx="4324659" cy="684534"/>
      </dsp:txXfrm>
    </dsp:sp>
    <dsp:sp modelId="{FD02FB97-9968-4E5A-8FA3-352952A05449}">
      <dsp:nvSpPr>
        <dsp:cNvPr id="0" name=""/>
        <dsp:cNvSpPr/>
      </dsp:nvSpPr>
      <dsp:spPr>
        <a:xfrm>
          <a:off x="0" y="4054123"/>
          <a:ext cx="4398723" cy="471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659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If L1 cache misses a piece of data, it checks L2 before accessing RAM.</a:t>
          </a:r>
        </a:p>
      </dsp:txBody>
      <dsp:txXfrm>
        <a:off x="0" y="4054123"/>
        <a:ext cx="4398723" cy="471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33B6B-1B5C-48D5-8DDF-C6E10D4386EA}">
      <dsp:nvSpPr>
        <dsp:cNvPr id="0" name=""/>
        <dsp:cNvSpPr/>
      </dsp:nvSpPr>
      <dsp:spPr>
        <a:xfrm>
          <a:off x="0" y="2655"/>
          <a:ext cx="10515600" cy="120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3BE3D-81CF-4C3E-AA9F-E374526A737C}">
      <dsp:nvSpPr>
        <dsp:cNvPr id="0" name=""/>
        <dsp:cNvSpPr/>
      </dsp:nvSpPr>
      <dsp:spPr>
        <a:xfrm>
          <a:off x="364238" y="273576"/>
          <a:ext cx="662899" cy="6622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020BC-FD42-4800-B3A0-EFE93C3DC467}">
      <dsp:nvSpPr>
        <dsp:cNvPr id="0" name=""/>
        <dsp:cNvSpPr/>
      </dsp:nvSpPr>
      <dsp:spPr>
        <a:xfrm>
          <a:off x="1391376" y="2655"/>
          <a:ext cx="9102796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just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L1 Cache → Like a notepad on your desk (very fast, very small).</a:t>
          </a:r>
        </a:p>
      </dsp:txBody>
      <dsp:txXfrm>
        <a:off x="1391376" y="2655"/>
        <a:ext cx="9102796" cy="1241722"/>
      </dsp:txXfrm>
    </dsp:sp>
    <dsp:sp modelId="{43627EA8-3C33-4628-997A-B774A24487FF}">
      <dsp:nvSpPr>
        <dsp:cNvPr id="0" name=""/>
        <dsp:cNvSpPr/>
      </dsp:nvSpPr>
      <dsp:spPr>
        <a:xfrm>
          <a:off x="0" y="1554807"/>
          <a:ext cx="10515600" cy="120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57327C-DA01-4D87-A4EE-5657359407E3}">
      <dsp:nvSpPr>
        <dsp:cNvPr id="0" name=""/>
        <dsp:cNvSpPr/>
      </dsp:nvSpPr>
      <dsp:spPr>
        <a:xfrm>
          <a:off x="364238" y="1825729"/>
          <a:ext cx="662899" cy="6622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A97BB-8824-4C77-8A8F-B6C183329CE5}">
      <dsp:nvSpPr>
        <dsp:cNvPr id="0" name=""/>
        <dsp:cNvSpPr/>
      </dsp:nvSpPr>
      <dsp:spPr>
        <a:xfrm>
          <a:off x="1391376" y="1554807"/>
          <a:ext cx="9102796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just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L2 Cache → Like a bookshelf next to your desk (a bit slower but larger).</a:t>
          </a:r>
        </a:p>
      </dsp:txBody>
      <dsp:txXfrm>
        <a:off x="1391376" y="1554807"/>
        <a:ext cx="9102796" cy="1241722"/>
      </dsp:txXfrm>
    </dsp:sp>
    <dsp:sp modelId="{F08EA1C9-19C1-4531-AB49-83F37F7A540C}">
      <dsp:nvSpPr>
        <dsp:cNvPr id="0" name=""/>
        <dsp:cNvSpPr/>
      </dsp:nvSpPr>
      <dsp:spPr>
        <a:xfrm>
          <a:off x="0" y="3106960"/>
          <a:ext cx="10515600" cy="12040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42B5B-B924-45F8-B172-ECEE10A79C48}">
      <dsp:nvSpPr>
        <dsp:cNvPr id="0" name=""/>
        <dsp:cNvSpPr/>
      </dsp:nvSpPr>
      <dsp:spPr>
        <a:xfrm>
          <a:off x="364238" y="3377881"/>
          <a:ext cx="662899" cy="6622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9F367-863C-4AB0-9B0F-3A4F924AF7D8}">
      <dsp:nvSpPr>
        <dsp:cNvPr id="0" name=""/>
        <dsp:cNvSpPr/>
      </dsp:nvSpPr>
      <dsp:spPr>
        <a:xfrm>
          <a:off x="1391376" y="3106960"/>
          <a:ext cx="9102796" cy="1241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416" tIns="131416" rIns="131416" bIns="131416" numCol="1" spcCol="1270" anchor="ctr" anchorCtr="0">
          <a:noAutofit/>
        </a:bodyPr>
        <a:lstStyle/>
        <a:p>
          <a:pPr marL="0" lvl="0" indent="0" algn="just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L3 Cache → Like a library in your office building (much larger but slower to access).</a:t>
          </a:r>
        </a:p>
      </dsp:txBody>
      <dsp:txXfrm>
        <a:off x="1391376" y="3106960"/>
        <a:ext cx="9102796" cy="1241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A94D-1E23-615A-428A-80287F9AB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DE893-C865-E65B-6E34-B1C33C4D3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62577-8FB0-2EAC-9FFA-E4B98EFEF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737E4-9D1D-EA76-9213-433E0FC5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5026A-0C6F-D7A1-88F4-58316352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2DD6-021A-E8FD-0CB1-8A24DB437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0A18-4249-1EB8-9394-32DB82630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1F260-93A8-BD09-17E1-769CDEAA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7C60C-AE4C-E14C-0DA5-128EF7B4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91FEC-61A4-C838-CE0B-32A13E20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3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6B0D-2F66-8D43-FD3A-CA9B838CD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962CE-3E53-1746-27D2-F558CB8AC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49B1-9CC9-2F55-8294-7D9644B1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0AEA6-F4D5-F732-292E-FE5901261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4E1E4-DF81-6688-1719-94805C52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6D02-FF55-E571-648B-3C214548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69F5-575C-F90C-AB06-80036F65B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8670A-7603-F236-EBB5-61E1C8E4F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CC4FC-BF92-C853-E6DF-8BDF5B77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40F4E-C6CE-07B3-BF53-C3307B8F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5F27B-D3E8-2E3A-D6B2-C0AF76D2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5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7CB4-9993-1E37-483B-A419DC4AE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F7542-BF91-2C03-678D-7F0C4A25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6F1A2-89A3-143F-1798-97C6EF6D0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BE416-4584-7A88-71DD-F01A4F06F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01F3E-D562-2021-1DAD-CDCAFB3E0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B3828-6EF1-4285-5598-0078BBF30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51ABCA-C8A7-6BB8-7C12-244B0778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0DC225-C5EE-931A-9002-4EE00779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0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A717-89C3-DA91-E72D-DFF579CB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FD045-85EB-A914-87E5-13607115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BD5968-AFE6-2615-884C-4159FEE1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73370-BEAF-8D75-C243-E7825215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7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EA8E6-8B30-EDC2-D41B-65DCE902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D2A31-C101-0C37-80DA-3A4C889A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FDF39-2656-F84E-8014-4DA0A69B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9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C199-9A2D-5F6E-FEC0-F07C6CE80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EA894-2864-5A98-2FCB-8B103ED3D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A77F8-D443-0BDE-E802-DC8801D0C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80CFF-2370-BE7C-9ED9-1EA9F6F7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BF6B9-4C8C-B624-CE73-A6CC4BF4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AE684-CC19-E656-92D3-6B0E8787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38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02246-BCB7-95B2-0251-7470BBF4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98A68-3CA9-D0C2-D265-799196808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1B819-B200-D551-9D67-A1976FAF6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523C7-F34A-2B3D-C490-7D2D094A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389A2-0C5D-CE6A-CF7C-73983C28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19FEE-9A17-FD5D-A8E5-41E9E9D0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3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6F17-199E-ED3E-CBE8-21D45B65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78BF4-11DA-F8A7-71E9-B7C8F5148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50633-86E6-7550-2410-5A4FD3EF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6BFB9-7EB3-E147-4054-630879C3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3D1F4-3994-9247-0F17-62567CF9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2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F0A94-7162-93D8-1C57-BD9338A0C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D41B2-7F8F-4424-02A2-4F8B817D9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817F4-8153-36DD-42A6-5F22B1A7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AC99C-60F6-85C0-1E83-B2C854CB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09A06-D9F9-277E-5297-1EF9FE1D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5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E79F6-1305-B10A-E839-EB8E48BFF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9B2C4-1A30-FEA0-9DBA-EE0CCA62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2C0E0-2537-4271-499F-589BED0C2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9AB56-0090-462B-9A3E-351B5D2327B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19B32-A717-FB83-8BEA-52E8D261D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3CD5-9E99-AB16-DBB2-4DDE383DE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40BA3-FB2F-473F-8F58-D762B7F23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4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9E328DDA-162B-7DC4-7576-2B34C224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36"/>
          <a:stretch/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FFE793-6D9C-BEBD-7600-B7D05F1D1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5293849"/>
            <a:ext cx="7745261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sz="3200" dirty="0"/>
              <a:t>Parallel and Distributed Computing</a:t>
            </a:r>
            <a:br>
              <a:rPr lang="en-US" sz="3200" dirty="0"/>
            </a:br>
            <a:r>
              <a:rPr lang="en-US" sz="3200" dirty="0"/>
              <a:t>Lecture #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7FD56-DA99-7A5B-F26C-41C9C3542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4859" y="5293850"/>
            <a:ext cx="3331421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By, </a:t>
            </a:r>
          </a:p>
          <a:p>
            <a:pPr algn="l"/>
            <a:r>
              <a:rPr lang="en-US" dirty="0"/>
              <a:t>Dr. Ali Akbar Siddique</a:t>
            </a:r>
          </a:p>
        </p:txBody>
      </p:sp>
    </p:spTree>
    <p:extLst>
      <p:ext uri="{BB962C8B-B14F-4D97-AF65-F5344CB8AC3E}">
        <p14:creationId xmlns:p14="http://schemas.microsoft.com/office/powerpoint/2010/main" val="196540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D175B-13A6-D4CF-373B-8442FD1A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50848"/>
            <a:ext cx="6364224" cy="921414"/>
          </a:xfrm>
        </p:spPr>
        <p:txBody>
          <a:bodyPr anchor="ctr">
            <a:normAutofit/>
          </a:bodyPr>
          <a:lstStyle/>
          <a:p>
            <a:pPr algn="just"/>
            <a:r>
              <a:rPr lang="en-US" sz="2800" dirty="0"/>
              <a:t>Introduction to Hardware Architectures for Parallel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E58F-B859-5257-B1B0-86A4904F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938528"/>
            <a:ext cx="6364225" cy="5016549"/>
          </a:xfrm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Parallel computing relies on specialized hardware to achieve high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Different architectures are designed to support parallelism at various levels.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This lecture covers: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Multi-core and many-core architectures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GPU architectures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Shared vs. distributed memory models</a:t>
            </a:r>
          </a:p>
          <a:p>
            <a:endParaRPr lang="en-US" sz="2000" dirty="0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75D0DB23-5AA0-1118-571E-979D9209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7" r="40427" b="-446"/>
          <a:stretch/>
        </p:blipFill>
        <p:spPr>
          <a:xfrm>
            <a:off x="7193280" y="1"/>
            <a:ext cx="5005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1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05800-7003-E78B-3420-D981F4B2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Multi-core vs. Many-core Architectures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4A797A4-985F-185A-056B-ECC222987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0" y="641259"/>
            <a:ext cx="7952805" cy="6666185"/>
          </a:xfrm>
        </p:spPr>
        <p:txBody>
          <a:bodyPr anchor="ctr">
            <a:normAutofit lnSpcReduction="10000"/>
          </a:bodyPr>
          <a:lstStyle/>
          <a:p>
            <a:pPr algn="just"/>
            <a:endParaRPr lang="en-US" sz="2000" dirty="0"/>
          </a:p>
          <a:p>
            <a:pPr marL="0" indent="0" algn="just">
              <a:buNone/>
            </a:pPr>
            <a:r>
              <a:rPr lang="en-US" sz="3200" u="sng" dirty="0"/>
              <a:t>Multi-core Architectures</a:t>
            </a:r>
          </a:p>
          <a:p>
            <a:pPr algn="just"/>
            <a:r>
              <a:rPr lang="en-US" sz="2000" dirty="0"/>
              <a:t>A multi-core processor is a single computing component with two or more independent processing units (cores). Each core can execute instructions independently, allowing for parallel execution.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b="1" dirty="0"/>
              <a:t>Characteristics</a:t>
            </a:r>
            <a:r>
              <a:rPr lang="en-US" sz="2000" dirty="0"/>
              <a:t>:</a:t>
            </a:r>
          </a:p>
          <a:p>
            <a:pPr indent="49213" algn="just">
              <a:buFont typeface="Arial" panose="020B0604020202020204" pitchFamily="34" charset="0"/>
              <a:buChar char="•"/>
            </a:pPr>
            <a:r>
              <a:rPr lang="en-US" sz="2000" dirty="0"/>
              <a:t>Typically </a:t>
            </a:r>
            <a:r>
              <a:rPr lang="en-US" sz="2000" b="1" dirty="0"/>
              <a:t>2 to 16 cores</a:t>
            </a:r>
            <a:r>
              <a:rPr lang="en-US" sz="2000" dirty="0"/>
              <a:t> in modern CPUs.</a:t>
            </a:r>
          </a:p>
          <a:p>
            <a:pPr indent="49213" algn="just">
              <a:buFont typeface="Arial" panose="020B0604020202020204" pitchFamily="34" charset="0"/>
              <a:buChar char="•"/>
            </a:pPr>
            <a:r>
              <a:rPr lang="en-US" sz="2000" dirty="0"/>
              <a:t>Each core has its own </a:t>
            </a:r>
            <a:r>
              <a:rPr lang="en-US" sz="2000" b="1" dirty="0"/>
              <a:t>L1 cache</a:t>
            </a:r>
            <a:r>
              <a:rPr lang="en-US" sz="2000" dirty="0"/>
              <a:t> but may share L2/L3 caches.</a:t>
            </a:r>
          </a:p>
          <a:p>
            <a:pPr indent="49213" algn="just">
              <a:buFont typeface="Arial" panose="020B0604020202020204" pitchFamily="34" charset="0"/>
              <a:buChar char="•"/>
            </a:pPr>
            <a:r>
              <a:rPr lang="en-US" sz="2000" dirty="0"/>
              <a:t>Designed for </a:t>
            </a:r>
            <a:r>
              <a:rPr lang="en-US" sz="2000" b="1" dirty="0"/>
              <a:t>general-purpose computing</a:t>
            </a:r>
            <a:r>
              <a:rPr lang="en-US" sz="2000" dirty="0"/>
              <a:t> and optimized for single-threaded performance.</a:t>
            </a:r>
          </a:p>
          <a:p>
            <a:pPr indent="49213" algn="just">
              <a:buFont typeface="Arial" panose="020B0604020202020204" pitchFamily="34" charset="0"/>
              <a:buChar char="•"/>
            </a:pPr>
            <a:r>
              <a:rPr lang="en-US" sz="2000" dirty="0"/>
              <a:t>Common in </a:t>
            </a:r>
            <a:r>
              <a:rPr lang="en-US" sz="2000" b="1" dirty="0"/>
              <a:t>desktops, laptops, and servers</a:t>
            </a:r>
            <a:r>
              <a:rPr lang="en-US" sz="20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b="1" dirty="0"/>
              <a:t>Example</a:t>
            </a:r>
            <a:r>
              <a:rPr lang="en-US" sz="2000" dirty="0"/>
              <a:t>:</a:t>
            </a:r>
          </a:p>
          <a:p>
            <a:pPr indent="9525" algn="just">
              <a:buFont typeface="Arial" panose="020B0604020202020204" pitchFamily="34" charset="0"/>
              <a:buChar char="•"/>
            </a:pPr>
            <a:r>
              <a:rPr lang="en-US" sz="2000" dirty="0"/>
              <a:t>Intel Core i7-12700K (12 cores, 20 threads)</a:t>
            </a:r>
          </a:p>
          <a:p>
            <a:pPr indent="9525" algn="just">
              <a:buFont typeface="Arial" panose="020B0604020202020204" pitchFamily="34" charset="0"/>
              <a:buChar char="•"/>
            </a:pPr>
            <a:r>
              <a:rPr lang="en-US" sz="2000" dirty="0"/>
              <a:t>AMD Ryzen 9 5900X (12 cores, 24 threads)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b="1" dirty="0"/>
              <a:t>Use Case</a:t>
            </a:r>
            <a:r>
              <a:rPr lang="en-US" sz="2000" dirty="0"/>
              <a:t>:</a:t>
            </a:r>
          </a:p>
          <a:p>
            <a:pPr indent="9525" algn="just">
              <a:buFont typeface="Arial" panose="020B0604020202020204" pitchFamily="34" charset="0"/>
              <a:buChar char="•"/>
            </a:pPr>
            <a:r>
              <a:rPr lang="en-US" sz="2000" dirty="0"/>
              <a:t>Running multiple applications (e.g., web browsing, video streaming, gaming).</a:t>
            </a:r>
          </a:p>
          <a:p>
            <a:pPr indent="9525" algn="just">
              <a:buFont typeface="Arial" panose="020B0604020202020204" pitchFamily="34" charset="0"/>
              <a:buChar char="•"/>
            </a:pPr>
            <a:r>
              <a:rPr lang="en-US" sz="2000" dirty="0"/>
              <a:t>Multitasking (e.g., running a code compiler while editing a document).</a:t>
            </a:r>
          </a:p>
          <a:p>
            <a:pPr indent="9525">
              <a:buFont typeface="Arial" panose="020B0604020202020204" pitchFamily="34" charset="0"/>
              <a:buChar char="•"/>
            </a:pPr>
            <a:endParaRPr lang="en-US" sz="1800" dirty="0"/>
          </a:p>
          <a:p>
            <a:pPr indent="0">
              <a:buNone/>
            </a:pPr>
            <a:endParaRPr lang="en-US" sz="1800" dirty="0"/>
          </a:p>
          <a:p>
            <a:pPr indent="49213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8705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6DCEF60B-EF3F-4A5E-BDC6-A2D840B9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6156" name="Color">
              <a:extLst>
                <a:ext uri="{FF2B5EF4-FFF2-40B4-BE49-F238E27FC236}">
                  <a16:creationId xmlns:a16="http://schemas.microsoft.com/office/drawing/2014/main" id="{99CE9C4B-76CC-43D8-BCEF-0CE380886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57" name="Color">
              <a:extLst>
                <a:ext uri="{FF2B5EF4-FFF2-40B4-BE49-F238E27FC236}">
                  <a16:creationId xmlns:a16="http://schemas.microsoft.com/office/drawing/2014/main" id="{C2324D64-DFBA-4803-8BE2-87DDFA57A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159" name="Color">
            <a:extLst>
              <a:ext uri="{FF2B5EF4-FFF2-40B4-BE49-F238E27FC236}">
                <a16:creationId xmlns:a16="http://schemas.microsoft.com/office/drawing/2014/main" id="{BF9E7B5D-88C3-4C36-A22E-93AA384BA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46" name="Picture 2" descr="Differences Between Multithreading and Multitasking for Programmers - NI">
            <a:extLst>
              <a:ext uri="{FF2B5EF4-FFF2-40B4-BE49-F238E27FC236}">
                <a16:creationId xmlns:a16="http://schemas.microsoft.com/office/drawing/2014/main" id="{D01BED65-0B5A-B392-5909-5F79E47D6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1521" y="1727570"/>
            <a:ext cx="8940647" cy="433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1" name="Group 616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6162" name="Freeform: Shape 616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63" name="Freeform: Shape 616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64" name="Freeform: Shape 616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65" name="Freeform: Shape 616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66" name="Freeform: Shape 616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67" name="Freeform: Shape 616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68" name="Freeform: Shape 616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F55CD0-33EC-1DA4-7B35-DA77BDF3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756745"/>
            <a:ext cx="10574722" cy="60719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800" u="sng" dirty="0">
                <a:solidFill>
                  <a:schemeClr val="tx2"/>
                </a:solidFill>
              </a:rPr>
              <a:t>Task Distribution in Multi-Core Processor</a:t>
            </a:r>
          </a:p>
        </p:txBody>
      </p:sp>
    </p:spTree>
    <p:extLst>
      <p:ext uri="{BB962C8B-B14F-4D97-AF65-F5344CB8AC3E}">
        <p14:creationId xmlns:p14="http://schemas.microsoft.com/office/powerpoint/2010/main" val="3418342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4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computer processor&#10;&#10;AI-generated content may be incorrect.">
            <a:extLst>
              <a:ext uri="{FF2B5EF4-FFF2-40B4-BE49-F238E27FC236}">
                <a16:creationId xmlns:a16="http://schemas.microsoft.com/office/drawing/2014/main" id="{D58338AF-4835-8CEE-02B3-66478C83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1512361"/>
            <a:ext cx="5129784" cy="384733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4E4E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multi-core processor&#10;&#10;AI-generated content may be incorrect.">
            <a:extLst>
              <a:ext uri="{FF2B5EF4-FFF2-40B4-BE49-F238E27FC236}">
                <a16:creationId xmlns:a16="http://schemas.microsoft.com/office/drawing/2014/main" id="{3959AD18-F8D4-3F4D-07D5-3F94B439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4" y="1588690"/>
            <a:ext cx="5129784" cy="36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7EC7-954C-A959-274E-8FA8937D3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6591"/>
          </a:xfrm>
        </p:spPr>
        <p:txBody>
          <a:bodyPr/>
          <a:lstStyle/>
          <a:p>
            <a:r>
              <a:rPr lang="en-US" dirty="0"/>
              <a:t>Cache Memory – L1, L2, and L3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618F20-9DB9-F5D0-BB64-DD1FE438D9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329428"/>
              </p:ext>
            </p:extLst>
          </p:nvPr>
        </p:nvGraphicFramePr>
        <p:xfrm>
          <a:off x="838200" y="926592"/>
          <a:ext cx="10515600" cy="5250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503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4A52A-5AC8-D4AC-ADDB-FC4C2AF4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Cache Hierarchy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5CE37C-71B4-7032-15FF-14CEFEA619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569712"/>
              </p:ext>
            </p:extLst>
          </p:nvPr>
        </p:nvGraphicFramePr>
        <p:xfrm>
          <a:off x="644056" y="2454362"/>
          <a:ext cx="10927831" cy="3509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5259">
                  <a:extLst>
                    <a:ext uri="{9D8B030D-6E8A-4147-A177-3AD203B41FA5}">
                      <a16:colId xmlns:a16="http://schemas.microsoft.com/office/drawing/2014/main" val="3402306931"/>
                    </a:ext>
                  </a:extLst>
                </a:gridCol>
                <a:gridCol w="1847393">
                  <a:extLst>
                    <a:ext uri="{9D8B030D-6E8A-4147-A177-3AD203B41FA5}">
                      <a16:colId xmlns:a16="http://schemas.microsoft.com/office/drawing/2014/main" val="180232602"/>
                    </a:ext>
                  </a:extLst>
                </a:gridCol>
                <a:gridCol w="2378758">
                  <a:extLst>
                    <a:ext uri="{9D8B030D-6E8A-4147-A177-3AD203B41FA5}">
                      <a16:colId xmlns:a16="http://schemas.microsoft.com/office/drawing/2014/main" val="1132596331"/>
                    </a:ext>
                  </a:extLst>
                </a:gridCol>
                <a:gridCol w="2489355">
                  <a:extLst>
                    <a:ext uri="{9D8B030D-6E8A-4147-A177-3AD203B41FA5}">
                      <a16:colId xmlns:a16="http://schemas.microsoft.com/office/drawing/2014/main" val="4056297500"/>
                    </a:ext>
                  </a:extLst>
                </a:gridCol>
                <a:gridCol w="2477066">
                  <a:extLst>
                    <a:ext uri="{9D8B030D-6E8A-4147-A177-3AD203B41FA5}">
                      <a16:colId xmlns:a16="http://schemas.microsoft.com/office/drawing/2014/main" val="1821984573"/>
                    </a:ext>
                  </a:extLst>
                </a:gridCol>
              </a:tblGrid>
              <a:tr h="932609"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Cache Level</a:t>
                      </a:r>
                    </a:p>
                  </a:txBody>
                  <a:tcPr marL="100920" marR="100920" marT="50460" marB="5046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Size (Typical)</a:t>
                      </a:r>
                    </a:p>
                  </a:txBody>
                  <a:tcPr marL="100920" marR="100920" marT="50460" marB="5046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Speed (Latency)</a:t>
                      </a:r>
                    </a:p>
                  </a:txBody>
                  <a:tcPr marL="100920" marR="100920" marT="50460" marB="5046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Location</a:t>
                      </a:r>
                    </a:p>
                  </a:txBody>
                  <a:tcPr marL="100920" marR="100920" marT="50460" marB="5046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/>
                        <a:t>Function</a:t>
                      </a:r>
                    </a:p>
                  </a:txBody>
                  <a:tcPr marL="100920" marR="100920" marT="50460" marB="5046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317235"/>
                  </a:ext>
                </a:extLst>
              </a:tr>
              <a:tr h="1065325">
                <a:tc>
                  <a:txBody>
                    <a:bodyPr/>
                    <a:lstStyle/>
                    <a:p>
                      <a:pPr algn="just"/>
                      <a:r>
                        <a:rPr lang="en-US" sz="2000" b="1"/>
                        <a:t>L1 (Level 1)</a:t>
                      </a:r>
                      <a:endParaRPr lang="en-US" sz="2000"/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32KB - 1MB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Fastest (1-4 cycles)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Inside CPU core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Stores most frequently used instructions &amp; data</a:t>
                      </a:r>
                    </a:p>
                  </a:txBody>
                  <a:tcPr marL="100920" marR="100920" marT="50460" marB="50460" anchor="ctr"/>
                </a:tc>
                <a:extLst>
                  <a:ext uri="{0D108BD9-81ED-4DB2-BD59-A6C34878D82A}">
                    <a16:rowId xmlns:a16="http://schemas.microsoft.com/office/drawing/2014/main" val="1091089582"/>
                  </a:ext>
                </a:extLst>
              </a:tr>
              <a:tr h="755654">
                <a:tc>
                  <a:txBody>
                    <a:bodyPr/>
                    <a:lstStyle/>
                    <a:p>
                      <a:pPr algn="just"/>
                      <a:r>
                        <a:rPr lang="en-US" sz="2000" b="1"/>
                        <a:t>L2 (Level 2)</a:t>
                      </a:r>
                      <a:endParaRPr lang="en-US" sz="2000"/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256KB - 8MB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Slower than L1 (5-20 cycles)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Shared per core or per group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Holds data evicted from L1</a:t>
                      </a:r>
                    </a:p>
                  </a:txBody>
                  <a:tcPr marL="100920" marR="100920" marT="50460" marB="50460" anchor="ctr"/>
                </a:tc>
                <a:extLst>
                  <a:ext uri="{0D108BD9-81ED-4DB2-BD59-A6C34878D82A}">
                    <a16:rowId xmlns:a16="http://schemas.microsoft.com/office/drawing/2014/main" val="2392542001"/>
                  </a:ext>
                </a:extLst>
              </a:tr>
              <a:tr h="755654">
                <a:tc>
                  <a:txBody>
                    <a:bodyPr/>
                    <a:lstStyle/>
                    <a:p>
                      <a:pPr algn="just"/>
                      <a:r>
                        <a:rPr lang="en-US" sz="2000" b="1"/>
                        <a:t>L3 (Level 3)</a:t>
                      </a:r>
                      <a:endParaRPr lang="en-US" sz="2000"/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4MB - 64MB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Slowest (20-50 cycles)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Shared across all cores</a:t>
                      </a:r>
                    </a:p>
                  </a:txBody>
                  <a:tcPr marL="100920" marR="100920" marT="50460" marB="5046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/>
                        <a:t>Reduces access time for RAM</a:t>
                      </a:r>
                    </a:p>
                  </a:txBody>
                  <a:tcPr marL="100920" marR="100920" marT="50460" marB="50460" anchor="ctr"/>
                </a:tc>
                <a:extLst>
                  <a:ext uri="{0D108BD9-81ED-4DB2-BD59-A6C34878D82A}">
                    <a16:rowId xmlns:a16="http://schemas.microsoft.com/office/drawing/2014/main" val="1529216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55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C1759-65EE-5493-BAC6-B816D69EF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181" y="244260"/>
            <a:ext cx="5323715" cy="800687"/>
          </a:xfrm>
        </p:spPr>
        <p:txBody>
          <a:bodyPr anchor="b">
            <a:normAutofit/>
          </a:bodyPr>
          <a:lstStyle/>
          <a:p>
            <a:r>
              <a:rPr lang="en-US" sz="4000" b="1" u="sng" dirty="0"/>
              <a:t>Cache Levels – L1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3EC3-DB6A-2ECD-4701-04EF90D87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181" y="1302707"/>
            <a:ext cx="6175331" cy="5311033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L1 Cache (First Level Cache)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Smallest but </a:t>
            </a:r>
            <a:r>
              <a:rPr lang="en-US" sz="2400" b="1" dirty="0"/>
              <a:t>fastest</a:t>
            </a:r>
            <a:r>
              <a:rPr lang="en-US" sz="2400" dirty="0"/>
              <a:t> cache (closest to the CPU).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Stores </a:t>
            </a:r>
            <a:r>
              <a:rPr lang="en-US" sz="2400" b="1" dirty="0"/>
              <a:t>immediate instructions</a:t>
            </a:r>
            <a:r>
              <a:rPr lang="en-US" sz="2400" dirty="0"/>
              <a:t> and frequently accessed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Typically divided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L1 Instruction Cache (L1i)</a:t>
            </a:r>
            <a:r>
              <a:rPr lang="en-US" dirty="0"/>
              <a:t> – Stores CPU instructions.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L1 Data Cache (L1d)</a:t>
            </a:r>
            <a:r>
              <a:rPr lang="en-US" dirty="0"/>
              <a:t> – Stores frequently used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Example: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When a CPU fetches an instruction, it first looks in the </a:t>
            </a:r>
            <a:r>
              <a:rPr lang="en-US" sz="2400" b="1" dirty="0"/>
              <a:t>L1 cache</a:t>
            </a:r>
            <a:r>
              <a:rPr lang="en-US" sz="2400" dirty="0"/>
              <a:t> before going to L2 or RAM.</a:t>
            </a:r>
          </a:p>
          <a:p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A10F2-4247-D0EE-2AF8-A541804E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757" y="170044"/>
            <a:ext cx="3762188" cy="64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38A468-6747-873F-22A4-73039FE78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09928"/>
            <a:ext cx="4085665" cy="781293"/>
          </a:xfrm>
        </p:spPr>
        <p:txBody>
          <a:bodyPr anchor="t">
            <a:normAutofit/>
          </a:bodyPr>
          <a:lstStyle/>
          <a:p>
            <a:r>
              <a:rPr lang="en-US" sz="3200" b="1" u="sng" dirty="0"/>
              <a:t>Cache Levels – L2</a:t>
            </a:r>
          </a:p>
        </p:txBody>
      </p:sp>
      <p:cxnSp>
        <p:nvCxnSpPr>
          <p:cNvPr id="3096" name="Straight Connector 3095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98" name="Content Placeholder 2">
            <a:extLst>
              <a:ext uri="{FF2B5EF4-FFF2-40B4-BE49-F238E27FC236}">
                <a16:creationId xmlns:a16="http://schemas.microsoft.com/office/drawing/2014/main" id="{ADF6553A-2CF1-A6E3-79D2-10D203ECA1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1930002"/>
          <a:ext cx="4398723" cy="4568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How Does CPU Cache Work and What Are L1, L2, and L3 Cache? [+ Performance  Impact]">
            <a:extLst>
              <a:ext uri="{FF2B5EF4-FFF2-40B4-BE49-F238E27FC236}">
                <a16:creationId xmlns:a16="http://schemas.microsoft.com/office/drawing/2014/main" id="{80B1AD01-A099-09E1-FBBD-BC8269EB9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0" r="7802" b="1"/>
          <a:stretch/>
        </p:blipFill>
        <p:spPr bwMode="auto">
          <a:xfrm>
            <a:off x="5650992" y="10"/>
            <a:ext cx="654100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62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2B393-16B5-FE68-A4BD-3091F755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15" y="95538"/>
            <a:ext cx="5323715" cy="1343118"/>
          </a:xfrm>
        </p:spPr>
        <p:txBody>
          <a:bodyPr anchor="b">
            <a:normAutofit/>
          </a:bodyPr>
          <a:lstStyle/>
          <a:p>
            <a:r>
              <a:rPr lang="en-US" sz="4000" b="1" u="sng" dirty="0"/>
              <a:t>Cache Levels – L3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C585-AAF7-70AC-7713-89C8FE41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602" y="1834046"/>
            <a:ext cx="5315189" cy="4241077"/>
          </a:xfrm>
        </p:spPr>
        <p:txBody>
          <a:bodyPr anchor="t">
            <a:normAutofit/>
          </a:bodyPr>
          <a:lstStyle/>
          <a:p>
            <a:pPr algn="just"/>
            <a:r>
              <a:rPr lang="en-US" sz="2000" b="1" dirty="0"/>
              <a:t>L3 Cache (Third Level Cache)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000" b="1" dirty="0"/>
              <a:t>Largest and slowest</a:t>
            </a:r>
            <a:r>
              <a:rPr lang="en-US" sz="2000" dirty="0"/>
              <a:t> cache level but </a:t>
            </a:r>
            <a:r>
              <a:rPr lang="en-US" sz="2000" b="1" dirty="0"/>
              <a:t>still much faster than RAM</a:t>
            </a:r>
            <a:r>
              <a:rPr lang="en-US" sz="2000" dirty="0"/>
              <a:t>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000" dirty="0"/>
              <a:t>Typically </a:t>
            </a:r>
            <a:r>
              <a:rPr lang="en-US" sz="2000" b="1" dirty="0"/>
              <a:t>shared across all cores</a:t>
            </a:r>
            <a:r>
              <a:rPr lang="en-US" sz="2000" dirty="0"/>
              <a:t> in multi-core CPUs.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000" dirty="0"/>
              <a:t>Reduces </a:t>
            </a:r>
            <a:r>
              <a:rPr lang="en-US" sz="2000" b="1" dirty="0"/>
              <a:t>bottlenecks</a:t>
            </a:r>
            <a:r>
              <a:rPr lang="en-US" sz="2000" dirty="0"/>
              <a:t> when multiple cores request the same data.</a:t>
            </a:r>
          </a:p>
          <a:p>
            <a:pPr algn="just"/>
            <a:r>
              <a:rPr lang="en-US" sz="2000" b="1" dirty="0"/>
              <a:t>Example:</a:t>
            </a:r>
            <a:endParaRPr lang="en-US" sz="2000" dirty="0"/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000" dirty="0"/>
              <a:t>In gaming or video rendering, </a:t>
            </a:r>
            <a:r>
              <a:rPr lang="en-US" sz="2000" b="1" dirty="0"/>
              <a:t>L3 cache helps multiple cores</a:t>
            </a:r>
            <a:r>
              <a:rPr lang="en-US" sz="2000" dirty="0"/>
              <a:t> access frequently used textures or frame data.</a:t>
            </a:r>
          </a:p>
          <a:p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6C7A61-B9F7-66D8-C55F-5B25FE49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86" y="912336"/>
            <a:ext cx="5900329" cy="516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0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420E-8CFC-7ACA-F730-6C74FF8C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7795" y="275574"/>
            <a:ext cx="4484561" cy="1114816"/>
          </a:xfrm>
        </p:spPr>
        <p:txBody>
          <a:bodyPr anchor="b">
            <a:normAutofit/>
          </a:bodyPr>
          <a:lstStyle/>
          <a:p>
            <a:r>
              <a:rPr lang="en-US" sz="3200" dirty="0"/>
              <a:t>Cache Performance Impact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9491C07B-32EB-61CD-1DA2-8479DFE9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70" r="-1" b="-1"/>
          <a:stretch/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A0797-44FA-24FB-AEC6-E7ABABDB5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7795" y="1515649"/>
            <a:ext cx="4284145" cy="4465659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/>
              <a:t>A well-optimized cache system reduces CPU-RAM interaction, improving processing speed.</a:t>
            </a:r>
          </a:p>
          <a:p>
            <a:pPr algn="just"/>
            <a:r>
              <a:rPr lang="en-US" sz="2400" dirty="0"/>
              <a:t>More L1 and L2 cache means faster response times for critical operations.</a:t>
            </a:r>
          </a:p>
          <a:p>
            <a:pPr algn="just"/>
            <a:r>
              <a:rPr lang="en-US" sz="2400" dirty="0"/>
              <a:t>L3 cache helps in multi-threaded performance (e.g., AI training, video editing).</a:t>
            </a:r>
          </a:p>
        </p:txBody>
      </p:sp>
    </p:spTree>
    <p:extLst>
      <p:ext uri="{BB962C8B-B14F-4D97-AF65-F5344CB8AC3E}">
        <p14:creationId xmlns:p14="http://schemas.microsoft.com/office/powerpoint/2010/main" val="148754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BCF53E-FEEC-ADD1-0CB1-36432D96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Real-World Example (CPU Cache Sizes)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FB3A9-47C9-6A85-BF1B-2518E3284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492563"/>
              </p:ext>
            </p:extLst>
          </p:nvPr>
        </p:nvGraphicFramePr>
        <p:xfrm>
          <a:off x="432225" y="2036717"/>
          <a:ext cx="11327551" cy="431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421">
                  <a:extLst>
                    <a:ext uri="{9D8B030D-6E8A-4147-A177-3AD203B41FA5}">
                      <a16:colId xmlns:a16="http://schemas.microsoft.com/office/drawing/2014/main" val="3752487530"/>
                    </a:ext>
                  </a:extLst>
                </a:gridCol>
                <a:gridCol w="2471711">
                  <a:extLst>
                    <a:ext uri="{9D8B030D-6E8A-4147-A177-3AD203B41FA5}">
                      <a16:colId xmlns:a16="http://schemas.microsoft.com/office/drawing/2014/main" val="1414861073"/>
                    </a:ext>
                  </a:extLst>
                </a:gridCol>
                <a:gridCol w="2989465">
                  <a:extLst>
                    <a:ext uri="{9D8B030D-6E8A-4147-A177-3AD203B41FA5}">
                      <a16:colId xmlns:a16="http://schemas.microsoft.com/office/drawing/2014/main" val="2347391856"/>
                    </a:ext>
                  </a:extLst>
                </a:gridCol>
                <a:gridCol w="2966954">
                  <a:extLst>
                    <a:ext uri="{9D8B030D-6E8A-4147-A177-3AD203B41FA5}">
                      <a16:colId xmlns:a16="http://schemas.microsoft.com/office/drawing/2014/main" val="742565614"/>
                    </a:ext>
                  </a:extLst>
                </a:gridCol>
              </a:tblGrid>
              <a:tr h="713150"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Processor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L1 Cache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L2 Cache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/>
                        <a:t>L3 Cache</a:t>
                      </a:r>
                    </a:p>
                  </a:txBody>
                  <a:tcPr marL="162079" marR="162079" marT="81040" marB="81040" anchor="ctr"/>
                </a:tc>
                <a:extLst>
                  <a:ext uri="{0D108BD9-81ED-4DB2-BD59-A6C34878D82A}">
                    <a16:rowId xmlns:a16="http://schemas.microsoft.com/office/drawing/2014/main" val="518976883"/>
                  </a:ext>
                </a:extLst>
              </a:tr>
              <a:tr h="1199388">
                <a:tc>
                  <a:txBody>
                    <a:bodyPr/>
                    <a:lstStyle/>
                    <a:p>
                      <a:r>
                        <a:rPr lang="en-US" sz="3200" b="1"/>
                        <a:t>Intel Core i9-13900K</a:t>
                      </a:r>
                      <a:endParaRPr lang="en-US" sz="3200"/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80KB per core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2MB per core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36MB shared</a:t>
                      </a:r>
                    </a:p>
                  </a:txBody>
                  <a:tcPr marL="162079" marR="162079" marT="81040" marB="81040" anchor="ctr"/>
                </a:tc>
                <a:extLst>
                  <a:ext uri="{0D108BD9-81ED-4DB2-BD59-A6C34878D82A}">
                    <a16:rowId xmlns:a16="http://schemas.microsoft.com/office/drawing/2014/main" val="945312633"/>
                  </a:ext>
                </a:extLst>
              </a:tr>
              <a:tr h="1199388">
                <a:tc>
                  <a:txBody>
                    <a:bodyPr/>
                    <a:lstStyle/>
                    <a:p>
                      <a:r>
                        <a:rPr lang="en-US" sz="3200" b="1"/>
                        <a:t>AMD Ryzen 9 7950X</a:t>
                      </a:r>
                      <a:endParaRPr lang="en-US" sz="3200"/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64KB per core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1MB per core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64MB shared</a:t>
                      </a:r>
                    </a:p>
                  </a:txBody>
                  <a:tcPr marL="162079" marR="162079" marT="81040" marB="81040" anchor="ctr"/>
                </a:tc>
                <a:extLst>
                  <a:ext uri="{0D108BD9-81ED-4DB2-BD59-A6C34878D82A}">
                    <a16:rowId xmlns:a16="http://schemas.microsoft.com/office/drawing/2014/main" val="4134054008"/>
                  </a:ext>
                </a:extLst>
              </a:tr>
              <a:tr h="1199388">
                <a:tc>
                  <a:txBody>
                    <a:bodyPr/>
                    <a:lstStyle/>
                    <a:p>
                      <a:r>
                        <a:rPr lang="en-US" sz="3200" b="1"/>
                        <a:t>Apple M2</a:t>
                      </a:r>
                      <a:endParaRPr lang="en-US" sz="3200"/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192KB per core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2MB per core</a:t>
                      </a:r>
                    </a:p>
                  </a:txBody>
                  <a:tcPr marL="162079" marR="162079" marT="81040" marB="81040" anchor="ctr"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16MB shared</a:t>
                      </a:r>
                    </a:p>
                  </a:txBody>
                  <a:tcPr marL="162079" marR="162079" marT="81040" marB="81040" anchor="ctr"/>
                </a:tc>
                <a:extLst>
                  <a:ext uri="{0D108BD9-81ED-4DB2-BD59-A6C34878D82A}">
                    <a16:rowId xmlns:a16="http://schemas.microsoft.com/office/drawing/2014/main" val="1682992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095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C81-8ACE-45EB-CE72-76441923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Analogy for Better Understanding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E55E40-A57B-48F8-7CA2-4FA3B1859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949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6347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78CE9-764F-61D2-81BA-D77408D3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268" y="162840"/>
            <a:ext cx="5664891" cy="601858"/>
          </a:xfrm>
        </p:spPr>
        <p:txBody>
          <a:bodyPr anchor="b">
            <a:noAutofit/>
          </a:bodyPr>
          <a:lstStyle/>
          <a:p>
            <a:r>
              <a:rPr lang="en-US" sz="4000" dirty="0"/>
              <a:t>Many-core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6363C-EB37-B163-2B72-3D84ED1ED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57" y="764698"/>
            <a:ext cx="5492368" cy="49972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959C-B8A8-6FAC-5663-0340BAAE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1268" y="927538"/>
            <a:ext cx="5518703" cy="5767623"/>
          </a:xfrm>
        </p:spPr>
        <p:txBody>
          <a:bodyPr anchor="t">
            <a:normAutofit fontScale="55000" lnSpcReduction="20000"/>
          </a:bodyPr>
          <a:lstStyle/>
          <a:p>
            <a:pPr algn="just"/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A many-core processor contains a large number of cores (typically dozens to hundreds) optimized for highly parallel workloads. These architectures prioritize parallelism over single-threaded performance.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Characteristics</a:t>
            </a: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Designed for </a:t>
            </a: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massive parallelism</a:t>
            </a: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Typically found in </a:t>
            </a: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GPUs and specialized accelerators</a:t>
            </a: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Cores may be </a:t>
            </a: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simpler and lower power</a:t>
            </a: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 compared to multi-core CPUs.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Used in </a:t>
            </a: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scientific computing, AI, and simulations</a:t>
            </a: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31775" indent="-225425" algn="just">
              <a:buFont typeface="Wingdings" panose="05000000000000000000" pitchFamily="2" charset="2"/>
              <a:buChar char="§"/>
            </a:pP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Example: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NVIDIA A100 GPU (6912 CUDA cores, 432 Tensor cores)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AMD Instinct MI250X (13,312 Stream processors)</a:t>
            </a:r>
          </a:p>
          <a:p>
            <a:pPr marL="231775" algn="just">
              <a:buFont typeface="Wingdings" panose="05000000000000000000" pitchFamily="2" charset="2"/>
              <a:buChar char="§"/>
            </a:pPr>
            <a:r>
              <a:rPr lang="en-US" sz="2900" b="1" dirty="0">
                <a:solidFill>
                  <a:schemeClr val="tx1">
                    <a:alpha val="80000"/>
                  </a:schemeClr>
                </a:solidFill>
              </a:rPr>
              <a:t>Use Case: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Training deep learning models using TensorFlow or </a:t>
            </a:r>
            <a:r>
              <a:rPr lang="en-US" sz="2900" dirty="0" err="1">
                <a:solidFill>
                  <a:schemeClr val="tx1">
                    <a:alpha val="80000"/>
                  </a:schemeClr>
                </a:solidFill>
              </a:rPr>
              <a:t>PyTorch</a:t>
            </a: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High-performance computing (HPC) workloads like weather modeling.</a:t>
            </a:r>
          </a:p>
          <a:p>
            <a:pPr marL="463550" algn="just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alpha val="80000"/>
                  </a:schemeClr>
                </a:solidFill>
              </a:rPr>
              <a:t>Rendering 3D graphics in video games or animations.</a:t>
            </a:r>
          </a:p>
          <a:p>
            <a:endParaRPr lang="en-US" sz="8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222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DE8F-1E6D-605A-D045-8E007EDB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36" y="1"/>
            <a:ext cx="5181600" cy="1231391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/>
              <a:t>Key Components in Many Core Architecture</a:t>
            </a:r>
          </a:p>
        </p:txBody>
      </p:sp>
      <p:pic>
        <p:nvPicPr>
          <p:cNvPr id="7172" name="Picture 4" descr="The Intel Xeon Phi Architecture. | Download Scientific Diagram">
            <a:extLst>
              <a:ext uri="{FF2B5EF4-FFF2-40B4-BE49-F238E27FC236}">
                <a16:creationId xmlns:a16="http://schemas.microsoft.com/office/drawing/2014/main" id="{4C55D56B-B56C-E923-A9DB-07CCF64571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144" y="-1"/>
            <a:ext cx="5705856" cy="48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A4EF1D-47C9-A8AD-79E7-B7B97BF354E1}"/>
              </a:ext>
            </a:extLst>
          </p:cNvPr>
          <p:cNvSpPr txBox="1"/>
          <p:nvPr/>
        </p:nvSpPr>
        <p:spPr>
          <a:xfrm>
            <a:off x="751231" y="1294721"/>
            <a:ext cx="56617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Cores &amp; L2 Cache:</a:t>
            </a:r>
            <a:endParaRPr lang="en-US" sz="1600" dirty="0"/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Each </a:t>
            </a:r>
            <a:r>
              <a:rPr lang="en-US" sz="1600" b="1" dirty="0"/>
              <a:t>core</a:t>
            </a:r>
            <a:r>
              <a:rPr lang="en-US" sz="1600" dirty="0"/>
              <a:t> (processing unit) has access to </a:t>
            </a:r>
            <a:r>
              <a:rPr lang="en-US" sz="1600" b="1" dirty="0"/>
              <a:t>L2 cache</a:t>
            </a:r>
            <a:r>
              <a:rPr lang="en-US" sz="1600" dirty="0"/>
              <a:t>, which stores frequently used data to reduce memory access latency.</a:t>
            </a:r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cores are organized in groups</a:t>
            </a:r>
            <a:r>
              <a:rPr lang="en-US" sz="1600" dirty="0"/>
              <a:t>, likely representing Streaming Multiprocessors (SMs) in a GPU.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991CE-E827-C3E8-6653-BE6C3B0C96DB}"/>
              </a:ext>
            </a:extLst>
          </p:cNvPr>
          <p:cNvSpPr txBox="1"/>
          <p:nvPr/>
        </p:nvSpPr>
        <p:spPr>
          <a:xfrm>
            <a:off x="707136" y="2864381"/>
            <a:ext cx="57058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TD (Thread Dispatching) Units:</a:t>
            </a:r>
            <a:endParaRPr lang="en-US" sz="1600" dirty="0"/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These units help distribute workloads efficiently among the processing cores.</a:t>
            </a:r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They manage threads and optimize parallel execution.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60C64-028C-C0A7-9045-8D195E152EA6}"/>
              </a:ext>
            </a:extLst>
          </p:cNvPr>
          <p:cNvSpPr txBox="1"/>
          <p:nvPr/>
        </p:nvSpPr>
        <p:spPr>
          <a:xfrm>
            <a:off x="707136" y="3976732"/>
            <a:ext cx="57790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GDDR Memory Controllers (MC):</a:t>
            </a:r>
            <a:endParaRPr lang="en-US" sz="1600" dirty="0"/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These handle data transfers between the </a:t>
            </a:r>
            <a:r>
              <a:rPr lang="en-US" sz="1600" b="1" dirty="0"/>
              <a:t>GPU and the global memory (GDDR memory).</a:t>
            </a:r>
            <a:endParaRPr lang="en-US" sz="1600" dirty="0"/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GDDR (Graphics Double Data Rate) memory is optimized for high bandwidth.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5F617B-3AAE-4432-0A0E-83DB5766D65F}"/>
              </a:ext>
            </a:extLst>
          </p:cNvPr>
          <p:cNvSpPr txBox="1"/>
          <p:nvPr/>
        </p:nvSpPr>
        <p:spPr>
          <a:xfrm>
            <a:off x="707136" y="5278071"/>
            <a:ext cx="57058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PCIe Client Logic:</a:t>
            </a:r>
            <a:endParaRPr lang="en-US" sz="1600" dirty="0"/>
          </a:p>
          <a:p>
            <a:pPr marL="341313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Responsible for communication between the </a:t>
            </a:r>
            <a:r>
              <a:rPr lang="en-US" sz="1600" b="1" dirty="0"/>
              <a:t>GPU and the CPU/system memory</a:t>
            </a:r>
            <a:r>
              <a:rPr lang="en-US" sz="1600" dirty="0"/>
              <a:t> via the </a:t>
            </a:r>
            <a:r>
              <a:rPr lang="en-US" sz="1600" b="1" dirty="0"/>
              <a:t>PCIe (Peripheral Component Interconnect Express) bus</a:t>
            </a:r>
            <a:r>
              <a:rPr lang="en-US" sz="16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54B45-45F0-1E40-E6D1-92D900BAB85A}"/>
              </a:ext>
            </a:extLst>
          </p:cNvPr>
          <p:cNvSpPr txBox="1"/>
          <p:nvPr/>
        </p:nvSpPr>
        <p:spPr>
          <a:xfrm>
            <a:off x="6486144" y="5166011"/>
            <a:ext cx="5547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/>
              <a:t>Interconnects (Arrows &amp; Rings):</a:t>
            </a:r>
            <a:endParaRPr lang="en-US" sz="1600" dirty="0"/>
          </a:p>
          <a:p>
            <a:pPr marL="463550" indent="-231775" algn="just">
              <a:buFont typeface="Arial" panose="020B0604020202020204" pitchFamily="34" charset="0"/>
              <a:buChar char="•"/>
            </a:pPr>
            <a:r>
              <a:rPr lang="en-US" sz="1600" dirty="0"/>
              <a:t>The black arrows and circular connections represent </a:t>
            </a:r>
            <a:r>
              <a:rPr lang="en-US" sz="1600" b="1" dirty="0"/>
              <a:t>data flow and interconnects</a:t>
            </a:r>
            <a:r>
              <a:rPr lang="en-US" sz="1600" dirty="0"/>
              <a:t> that enable efficient communication between processing cores, caches, and memory controllers.</a:t>
            </a:r>
          </a:p>
        </p:txBody>
      </p:sp>
    </p:spTree>
    <p:extLst>
      <p:ext uri="{BB962C8B-B14F-4D97-AF65-F5344CB8AC3E}">
        <p14:creationId xmlns:p14="http://schemas.microsoft.com/office/powerpoint/2010/main" val="43636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A7CE8-B3C0-3E78-693B-C8DBDE7B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7" y="248038"/>
            <a:ext cx="7239178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294CAA-18B4-1515-4242-709291A69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990665"/>
              </p:ext>
            </p:extLst>
          </p:nvPr>
        </p:nvGraphicFramePr>
        <p:xfrm>
          <a:off x="524256" y="1655276"/>
          <a:ext cx="11119104" cy="5062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961">
                  <a:extLst>
                    <a:ext uri="{9D8B030D-6E8A-4147-A177-3AD203B41FA5}">
                      <a16:colId xmlns:a16="http://schemas.microsoft.com/office/drawing/2014/main" val="586578792"/>
                    </a:ext>
                  </a:extLst>
                </a:gridCol>
                <a:gridCol w="4287625">
                  <a:extLst>
                    <a:ext uri="{9D8B030D-6E8A-4147-A177-3AD203B41FA5}">
                      <a16:colId xmlns:a16="http://schemas.microsoft.com/office/drawing/2014/main" val="3876834989"/>
                    </a:ext>
                  </a:extLst>
                </a:gridCol>
                <a:gridCol w="3911518">
                  <a:extLst>
                    <a:ext uri="{9D8B030D-6E8A-4147-A177-3AD203B41FA5}">
                      <a16:colId xmlns:a16="http://schemas.microsoft.com/office/drawing/2014/main" val="1018461402"/>
                    </a:ext>
                  </a:extLst>
                </a:gridCol>
              </a:tblGrid>
              <a:tr h="908023">
                <a:tc>
                  <a:txBody>
                    <a:bodyPr/>
                    <a:lstStyle/>
                    <a:p>
                      <a:pPr algn="ctr"/>
                      <a:r>
                        <a:rPr lang="en-US" sz="2300"/>
                        <a:t>Feature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/>
                        <a:t>Multi-core Architecture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Many-core Architecture</a:t>
                      </a:r>
                    </a:p>
                  </a:txBody>
                  <a:tcPr marL="115942" marR="115942" marT="57971" marB="57971" anchor="ctr"/>
                </a:tc>
                <a:extLst>
                  <a:ext uri="{0D108BD9-81ED-4DB2-BD59-A6C34878D82A}">
                    <a16:rowId xmlns:a16="http://schemas.microsoft.com/office/drawing/2014/main" val="3995192236"/>
                  </a:ext>
                </a:extLst>
              </a:tr>
              <a:tr h="904328">
                <a:tc>
                  <a:txBody>
                    <a:bodyPr/>
                    <a:lstStyle/>
                    <a:p>
                      <a:pPr algn="just"/>
                      <a:r>
                        <a:rPr lang="en-US" sz="2300" b="1"/>
                        <a:t>Number of Cores</a:t>
                      </a:r>
                      <a:endParaRPr lang="en-US" sz="2300"/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2 - 16 cores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Dozens to thousands of cores</a:t>
                      </a:r>
                    </a:p>
                  </a:txBody>
                  <a:tcPr marL="115942" marR="115942" marT="57971" marB="57971" anchor="ctr"/>
                </a:tc>
                <a:extLst>
                  <a:ext uri="{0D108BD9-81ED-4DB2-BD59-A6C34878D82A}">
                    <a16:rowId xmlns:a16="http://schemas.microsoft.com/office/drawing/2014/main" val="1651819480"/>
                  </a:ext>
                </a:extLst>
              </a:tr>
              <a:tr h="537181">
                <a:tc>
                  <a:txBody>
                    <a:bodyPr/>
                    <a:lstStyle/>
                    <a:p>
                      <a:pPr algn="just"/>
                      <a:r>
                        <a:rPr lang="en-US" sz="2300" b="1"/>
                        <a:t>Optimization</a:t>
                      </a:r>
                      <a:endParaRPr lang="en-US" sz="2300"/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/>
                        <a:t>General-purpose computing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Highly parallel tasks</a:t>
                      </a:r>
                    </a:p>
                  </a:txBody>
                  <a:tcPr marL="115942" marR="115942" marT="57971" marB="57971" anchor="ctr"/>
                </a:tc>
                <a:extLst>
                  <a:ext uri="{0D108BD9-81ED-4DB2-BD59-A6C34878D82A}">
                    <a16:rowId xmlns:a16="http://schemas.microsoft.com/office/drawing/2014/main" val="4150621276"/>
                  </a:ext>
                </a:extLst>
              </a:tr>
              <a:tr h="904328">
                <a:tc>
                  <a:txBody>
                    <a:bodyPr/>
                    <a:lstStyle/>
                    <a:p>
                      <a:pPr algn="just"/>
                      <a:r>
                        <a:rPr lang="en-US" sz="2300" b="1"/>
                        <a:t>Cache Structure</a:t>
                      </a:r>
                      <a:endParaRPr lang="en-US" sz="2300"/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/>
                        <a:t>L1 per core, shared L2/L3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Smaller caches, often per group of cores</a:t>
                      </a:r>
                    </a:p>
                  </a:txBody>
                  <a:tcPr marL="115942" marR="115942" marT="57971" marB="57971" anchor="ctr"/>
                </a:tc>
                <a:extLst>
                  <a:ext uri="{0D108BD9-81ED-4DB2-BD59-A6C34878D82A}">
                    <a16:rowId xmlns:a16="http://schemas.microsoft.com/office/drawing/2014/main" val="1579838460"/>
                  </a:ext>
                </a:extLst>
              </a:tr>
              <a:tr h="904328">
                <a:tc>
                  <a:txBody>
                    <a:bodyPr/>
                    <a:lstStyle/>
                    <a:p>
                      <a:pPr algn="just"/>
                      <a:r>
                        <a:rPr lang="en-US" sz="2300" b="1"/>
                        <a:t>Thread Handling</a:t>
                      </a:r>
                      <a:endParaRPr lang="en-US" sz="2300"/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Efficient for multitasking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Optimized for high-thread parallelism</a:t>
                      </a:r>
                    </a:p>
                  </a:txBody>
                  <a:tcPr marL="115942" marR="115942" marT="57971" marB="57971" anchor="ctr"/>
                </a:tc>
                <a:extLst>
                  <a:ext uri="{0D108BD9-81ED-4DB2-BD59-A6C34878D82A}">
                    <a16:rowId xmlns:a16="http://schemas.microsoft.com/office/drawing/2014/main" val="1606675020"/>
                  </a:ext>
                </a:extLst>
              </a:tr>
              <a:tr h="904328">
                <a:tc>
                  <a:txBody>
                    <a:bodyPr/>
                    <a:lstStyle/>
                    <a:p>
                      <a:pPr algn="just"/>
                      <a:r>
                        <a:rPr lang="en-US" sz="2300" b="1"/>
                        <a:t>Use Cases</a:t>
                      </a:r>
                      <a:endParaRPr lang="en-US" sz="2300"/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/>
                        <a:t>General computing, gaming, office apps</a:t>
                      </a:r>
                    </a:p>
                  </a:txBody>
                  <a:tcPr marL="115942" marR="115942" marT="57971" marB="57971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300" dirty="0"/>
                        <a:t>AI, scientific computing, simulations</a:t>
                      </a:r>
                    </a:p>
                  </a:txBody>
                  <a:tcPr marL="115942" marR="115942" marT="57971" marB="57971" anchor="ctr"/>
                </a:tc>
                <a:extLst>
                  <a:ext uri="{0D108BD9-81ED-4DB2-BD59-A6C34878D82A}">
                    <a16:rowId xmlns:a16="http://schemas.microsoft.com/office/drawing/2014/main" val="998724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495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CD4B3-5E0F-6FF6-8B20-00730A1A8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694687"/>
            <a:ext cx="5693664" cy="736059"/>
          </a:xfrm>
        </p:spPr>
        <p:txBody>
          <a:bodyPr anchor="ctr">
            <a:normAutofit/>
          </a:bodyPr>
          <a:lstStyle/>
          <a:p>
            <a:r>
              <a:rPr lang="en-US" sz="2800" b="1" dirty="0"/>
              <a:t>Analogy for Better Understanding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8BBB1-6AA0-B86A-95AB-D101659C5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459" y="2493375"/>
            <a:ext cx="5693664" cy="4308953"/>
          </a:xfrm>
        </p:spPr>
        <p:txBody>
          <a:bodyPr anchor="ctr">
            <a:normAutofit/>
          </a:bodyPr>
          <a:lstStyle/>
          <a:p>
            <a:pPr algn="just"/>
            <a:r>
              <a:rPr lang="en-US" sz="2400" b="1" dirty="0"/>
              <a:t>Multi-core CPUs</a:t>
            </a:r>
            <a:r>
              <a:rPr lang="en-US" sz="2400" dirty="0"/>
              <a:t> are like </a:t>
            </a:r>
            <a:r>
              <a:rPr lang="en-US" sz="2400" b="1" dirty="0"/>
              <a:t>a small team of highly skilled workers</a:t>
            </a:r>
            <a:r>
              <a:rPr lang="en-US" sz="2400" dirty="0"/>
              <a:t>, each capable of doing a variety of tasks independently but with limited numbers.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Many-core GPUs</a:t>
            </a:r>
            <a:r>
              <a:rPr lang="en-US" sz="2400" dirty="0"/>
              <a:t> are like </a:t>
            </a:r>
            <a:r>
              <a:rPr lang="en-US" sz="2400" b="1" dirty="0"/>
              <a:t>an army of workers</a:t>
            </a:r>
            <a:r>
              <a:rPr lang="en-US" sz="2400" dirty="0"/>
              <a:t>, each handling small, repetitive tasks but at an enormous scale, making them perfect for highly parallel tasks.</a:t>
            </a:r>
          </a:p>
          <a:p>
            <a:endParaRPr lang="en-US" sz="2000" dirty="0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C6AC1318-26C8-7F5F-C91A-D726B2927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6" r="4384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88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5001F-A541-0978-9D7A-555F3BD1E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78" y="192295"/>
            <a:ext cx="9392421" cy="697054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Shared Memory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9DEA-0A34-558D-E542-A02AF36B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77" y="889350"/>
            <a:ext cx="11388993" cy="3156558"/>
          </a:xfrm>
        </p:spPr>
        <p:txBody>
          <a:bodyPr>
            <a:normAutofit/>
          </a:bodyPr>
          <a:lstStyle/>
          <a:p>
            <a:r>
              <a:rPr lang="en-US" sz="2000" dirty="0"/>
              <a:t>Multiple processors access the same memory space.</a:t>
            </a:r>
          </a:p>
          <a:p>
            <a:r>
              <a:rPr lang="en-US" sz="2000" dirty="0"/>
              <a:t>Key Characteristics:</a:t>
            </a:r>
          </a:p>
          <a:p>
            <a:pPr marL="692150" indent="-457200">
              <a:buFont typeface="Wingdings" panose="05000000000000000000" pitchFamily="2" charset="2"/>
              <a:buChar char="ü"/>
            </a:pPr>
            <a:r>
              <a:rPr lang="en-US" sz="2000" dirty="0"/>
              <a:t>Fast data sharing between processors.</a:t>
            </a:r>
          </a:p>
          <a:p>
            <a:pPr marL="692150" indent="-457200">
              <a:buFont typeface="Wingdings" panose="05000000000000000000" pitchFamily="2" charset="2"/>
              <a:buChar char="ü"/>
            </a:pPr>
            <a:r>
              <a:rPr lang="en-US" sz="2000" dirty="0"/>
              <a:t>Requires synchronization to avoid conflicts (e.g., using mutexes and semaphores).</a:t>
            </a:r>
          </a:p>
          <a:p>
            <a:pPr marL="0" indent="60325">
              <a:buNone/>
            </a:pPr>
            <a:r>
              <a:rPr lang="en-US" sz="2000" dirty="0"/>
              <a:t>Example:</a:t>
            </a:r>
          </a:p>
          <a:p>
            <a:pPr marL="463550">
              <a:buFont typeface="Wingdings" panose="05000000000000000000" pitchFamily="2" charset="2"/>
              <a:buChar char="ü"/>
            </a:pPr>
            <a:r>
              <a:rPr lang="en-US" sz="2000" dirty="0"/>
              <a:t>Multi-threaded programming in a multi-core processor.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45F4FC-7599-44E9-A858-BBC52EC8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4" y="3589234"/>
            <a:ext cx="9507841" cy="3161358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55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98310AF-D816-9CA3-6A05-E71D927D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969" y="3323902"/>
            <a:ext cx="8760729" cy="335097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A566BC-98E1-667D-F88D-88AE5D53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111305"/>
            <a:ext cx="5430250" cy="1667446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Distributed Memory Model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054C-6D24-4F19-1D72-94E3AFB3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09" y="137786"/>
            <a:ext cx="5585629" cy="3216517"/>
          </a:xfrm>
        </p:spPr>
        <p:txBody>
          <a:bodyPr anchor="ctr">
            <a:norm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</a:rPr>
              <a:t>Each processor has its own local memory and communicates via a network.</a:t>
            </a:r>
          </a:p>
          <a:p>
            <a:pPr algn="just"/>
            <a:r>
              <a:rPr lang="en-US" sz="1800" dirty="0">
                <a:solidFill>
                  <a:schemeClr val="bg1"/>
                </a:solidFill>
              </a:rPr>
              <a:t>Key Characteristics:</a:t>
            </a:r>
          </a:p>
          <a:p>
            <a:pPr marL="692150" indent="-457200"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No direct memory access between processors.</a:t>
            </a:r>
          </a:p>
          <a:p>
            <a:pPr marL="692150" indent="-457200"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Requires message passing (e.g., MPI - Message Passing Interface).</a:t>
            </a:r>
          </a:p>
          <a:p>
            <a:pPr algn="just"/>
            <a:r>
              <a:rPr lang="en-US" sz="1800" dirty="0">
                <a:solidFill>
                  <a:schemeClr val="bg1"/>
                </a:solidFill>
              </a:rPr>
              <a:t>Example:</a:t>
            </a:r>
          </a:p>
          <a:p>
            <a:pPr marL="463550"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Supercomputers using distributed clusters to solve large-scale problems</a:t>
            </a:r>
          </a:p>
        </p:txBody>
      </p:sp>
    </p:spTree>
    <p:extLst>
      <p:ext uri="{BB962C8B-B14F-4D97-AF65-F5344CB8AC3E}">
        <p14:creationId xmlns:p14="http://schemas.microsoft.com/office/powerpoint/2010/main" val="1611308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D88AA-E6F3-3F6C-AD66-D5253E32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Shared vs. Distributed Memory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B67FEAB-CAC1-0050-DAA9-782DCDE44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512025"/>
              </p:ext>
            </p:extLst>
          </p:nvPr>
        </p:nvGraphicFramePr>
        <p:xfrm>
          <a:off x="560792" y="1966293"/>
          <a:ext cx="11070417" cy="4452164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786130">
                  <a:extLst>
                    <a:ext uri="{9D8B030D-6E8A-4147-A177-3AD203B41FA5}">
                      <a16:colId xmlns:a16="http://schemas.microsoft.com/office/drawing/2014/main" val="1875016178"/>
                    </a:ext>
                  </a:extLst>
                </a:gridCol>
                <a:gridCol w="3683418">
                  <a:extLst>
                    <a:ext uri="{9D8B030D-6E8A-4147-A177-3AD203B41FA5}">
                      <a16:colId xmlns:a16="http://schemas.microsoft.com/office/drawing/2014/main" val="1788785238"/>
                    </a:ext>
                  </a:extLst>
                </a:gridCol>
                <a:gridCol w="4600869">
                  <a:extLst>
                    <a:ext uri="{9D8B030D-6E8A-4147-A177-3AD203B41FA5}">
                      <a16:colId xmlns:a16="http://schemas.microsoft.com/office/drawing/2014/main" val="1689684355"/>
                    </a:ext>
                  </a:extLst>
                </a:gridCol>
              </a:tblGrid>
              <a:tr h="638789">
                <a:tc>
                  <a:txBody>
                    <a:bodyPr/>
                    <a:lstStyle/>
                    <a:p>
                      <a:pPr algn="ctr"/>
                      <a:r>
                        <a:rPr lang="en-US" sz="1900" b="1" cap="all" spc="60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145179" marR="145179" marT="145179" marB="14517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cap="all" spc="60" dirty="0">
                          <a:solidFill>
                            <a:schemeClr val="tx1"/>
                          </a:solidFill>
                        </a:rPr>
                        <a:t>Shared Memory</a:t>
                      </a:r>
                    </a:p>
                  </a:txBody>
                  <a:tcPr marL="145179" marR="145179" marT="145179" marB="145179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cap="all" spc="60" dirty="0">
                          <a:solidFill>
                            <a:schemeClr val="tx1"/>
                          </a:solidFill>
                        </a:rPr>
                        <a:t>Distributed Memory</a:t>
                      </a:r>
                    </a:p>
                  </a:txBody>
                  <a:tcPr marL="145179" marR="145179" marT="145179" marB="145179" anchor="b"/>
                </a:tc>
                <a:extLst>
                  <a:ext uri="{0D108BD9-81ED-4DB2-BD59-A6C34878D82A}">
                    <a16:rowId xmlns:a16="http://schemas.microsoft.com/office/drawing/2014/main" val="1205951358"/>
                  </a:ext>
                </a:extLst>
              </a:tr>
              <a:tr h="1050130"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Memory Access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Single memory space shared by processors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Each processor has its own memory</a:t>
                      </a:r>
                    </a:p>
                  </a:txBody>
                  <a:tcPr marL="145179" marR="145179" marT="72590" marB="145179" anchor="ctr"/>
                </a:tc>
                <a:extLst>
                  <a:ext uri="{0D108BD9-81ED-4DB2-BD59-A6C34878D82A}">
                    <a16:rowId xmlns:a16="http://schemas.microsoft.com/office/drawing/2014/main" val="1490454450"/>
                  </a:ext>
                </a:extLst>
              </a:tr>
              <a:tr h="662985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Communication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Direct memory access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Message passing (e.g., MPI)</a:t>
                      </a:r>
                    </a:p>
                  </a:txBody>
                  <a:tcPr marL="145179" marR="145179" marT="72590" marB="145179" anchor="ctr"/>
                </a:tc>
                <a:extLst>
                  <a:ext uri="{0D108BD9-81ED-4DB2-BD59-A6C34878D82A}">
                    <a16:rowId xmlns:a16="http://schemas.microsoft.com/office/drawing/2014/main" val="4145994939"/>
                  </a:ext>
                </a:extLst>
              </a:tr>
              <a:tr h="1050130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Scalability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Limited to memory bandwidth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Highly scalable for large computations</a:t>
                      </a:r>
                    </a:p>
                  </a:txBody>
                  <a:tcPr marL="145179" marR="145179" marT="72590" marB="145179" anchor="ctr"/>
                </a:tc>
                <a:extLst>
                  <a:ext uri="{0D108BD9-81ED-4DB2-BD59-A6C34878D82A}">
                    <a16:rowId xmlns:a16="http://schemas.microsoft.com/office/drawing/2014/main" val="3155324910"/>
                  </a:ext>
                </a:extLst>
              </a:tr>
              <a:tr h="1050130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Multi-core CPUs</a:t>
                      </a:r>
                    </a:p>
                  </a:txBody>
                  <a:tcPr marL="145179" marR="145179" marT="72590" marB="145179" anchor="ctr"/>
                </a:tc>
                <a:tc>
                  <a:txBody>
                    <a:bodyPr/>
                    <a:lstStyle/>
                    <a:p>
                      <a:r>
                        <a:rPr lang="en-US" sz="2500" cap="none" spc="0" dirty="0">
                          <a:solidFill>
                            <a:schemeClr val="tx1"/>
                          </a:solidFill>
                        </a:rPr>
                        <a:t>Cluster computing, cloud systems</a:t>
                      </a:r>
                    </a:p>
                  </a:txBody>
                  <a:tcPr marL="145179" marR="145179" marT="72590" marB="145179" anchor="ctr"/>
                </a:tc>
                <a:extLst>
                  <a:ext uri="{0D108BD9-81ED-4DB2-BD59-A6C34878D82A}">
                    <a16:rowId xmlns:a16="http://schemas.microsoft.com/office/drawing/2014/main" val="2253767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133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1278</Words>
  <Application>Microsoft Office PowerPoint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Parallel and Distributed Computing Lecture # 2</vt:lpstr>
      <vt:lpstr>Introduction to Hardware Architectures for Parallel Computing</vt:lpstr>
      <vt:lpstr>Multi-core vs. Many-core Architectures</vt:lpstr>
      <vt:lpstr>Task Distribution in Multi-Core Processor</vt:lpstr>
      <vt:lpstr>PowerPoint Presentation</vt:lpstr>
      <vt:lpstr>Cache Memory – L1, L2, and L3</vt:lpstr>
      <vt:lpstr>Cache Hierarchy</vt:lpstr>
      <vt:lpstr>Cache Levels – L1</vt:lpstr>
      <vt:lpstr>Cache Levels – L2</vt:lpstr>
      <vt:lpstr>Cache Levels – L3</vt:lpstr>
      <vt:lpstr>Cache Performance Impact</vt:lpstr>
      <vt:lpstr>Real-World Example (CPU Cache Sizes)</vt:lpstr>
      <vt:lpstr>Analogy for Better Understanding</vt:lpstr>
      <vt:lpstr>Many-core Architecture</vt:lpstr>
      <vt:lpstr>Key Components in Many Core Architecture</vt:lpstr>
      <vt:lpstr>Key Differences</vt:lpstr>
      <vt:lpstr>Analogy for Better Understanding</vt:lpstr>
      <vt:lpstr>Shared Memory Model</vt:lpstr>
      <vt:lpstr>Distributed Memory Model</vt:lpstr>
      <vt:lpstr>Shared vs. Distributed Memory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2025-03-03T04:20:42Z</dcterms:created>
  <dcterms:modified xsi:type="dcterms:W3CDTF">2025-03-03T06:32:55Z</dcterms:modified>
</cp:coreProperties>
</file>