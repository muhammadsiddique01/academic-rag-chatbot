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60" r:id="rId4"/>
    <p:sldId id="258" r:id="rId5"/>
    <p:sldId id="259" r:id="rId6"/>
    <p:sldId id="261" r:id="rId7"/>
    <p:sldId id="262" r:id="rId8"/>
    <p:sldId id="263" r:id="rId9"/>
    <p:sldId id="264" r:id="rId10"/>
    <p:sldId id="265" r:id="rId11"/>
    <p:sldId id="266" r:id="rId12"/>
    <p:sldId id="268" r:id="rId13"/>
    <p:sldId id="269" r:id="rId14"/>
    <p:sldId id="267" r:id="rId15"/>
    <p:sldId id="270" r:id="rId16"/>
    <p:sldId id="271" r:id="rId17"/>
    <p:sldId id="272" r:id="rId18"/>
    <p:sldId id="274" r:id="rId19"/>
    <p:sldId id="275" r:id="rId20"/>
    <p:sldId id="276" r:id="rId21"/>
    <p:sldId id="277" r:id="rId22"/>
    <p:sldId id="278"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8523A9-4EC2-4CE7-8B34-4EDC81DE6765}" v="74" dt="2025-05-12T09:32:09.182"/>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varScale="1">
        <p:scale>
          <a:sx n="79" d="100"/>
          <a:sy n="79" d="100"/>
        </p:scale>
        <p:origin x="9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kbar" userId="7ad23ff2803fa24b" providerId="LiveId" clId="{018523A9-4EC2-4CE7-8B34-4EDC81DE6765}"/>
    <pc:docChg chg="undo custSel addSld delSld modSld">
      <pc:chgData name="Ali Akbar" userId="7ad23ff2803fa24b" providerId="LiveId" clId="{018523A9-4EC2-4CE7-8B34-4EDC81DE6765}" dt="2025-05-12T09:38:07.145" v="786" actId="47"/>
      <pc:docMkLst>
        <pc:docMk/>
      </pc:docMkLst>
      <pc:sldChg chg="addSp delSp modSp mod setBg">
        <pc:chgData name="Ali Akbar" userId="7ad23ff2803fa24b" providerId="LiveId" clId="{018523A9-4EC2-4CE7-8B34-4EDC81DE6765}" dt="2025-05-12T08:13:09.232" v="80" actId="255"/>
        <pc:sldMkLst>
          <pc:docMk/>
          <pc:sldMk cId="2975758522" sldId="259"/>
        </pc:sldMkLst>
        <pc:spChg chg="mod">
          <ac:chgData name="Ali Akbar" userId="7ad23ff2803fa24b" providerId="LiveId" clId="{018523A9-4EC2-4CE7-8B34-4EDC81DE6765}" dt="2025-05-12T08:12:46.006" v="72" actId="26606"/>
          <ac:spMkLst>
            <pc:docMk/>
            <pc:sldMk cId="2975758522" sldId="259"/>
            <ac:spMk id="2" creationId="{0C9C3DB1-4BC0-4608-0547-0C8119D934D4}"/>
          </ac:spMkLst>
        </pc:spChg>
        <pc:spChg chg="del">
          <ac:chgData name="Ali Akbar" userId="7ad23ff2803fa24b" providerId="LiveId" clId="{018523A9-4EC2-4CE7-8B34-4EDC81DE6765}" dt="2025-05-12T08:02:47.378" v="2"/>
          <ac:spMkLst>
            <pc:docMk/>
            <pc:sldMk cId="2975758522" sldId="259"/>
            <ac:spMk id="3" creationId="{ECCE8A7D-6A5A-CB3A-C8DA-15D03E19A63E}"/>
          </ac:spMkLst>
        </pc:spChg>
        <pc:spChg chg="add mod">
          <ac:chgData name="Ali Akbar" userId="7ad23ff2803fa24b" providerId="LiveId" clId="{018523A9-4EC2-4CE7-8B34-4EDC81DE6765}" dt="2025-05-12T08:13:09.232" v="80" actId="255"/>
          <ac:spMkLst>
            <pc:docMk/>
            <pc:sldMk cId="2975758522" sldId="259"/>
            <ac:spMk id="4" creationId="{4118E6FE-0A0A-E655-26CE-9AB42872B0FD}"/>
          </ac:spMkLst>
        </pc:spChg>
        <pc:spChg chg="add">
          <ac:chgData name="Ali Akbar" userId="7ad23ff2803fa24b" providerId="LiveId" clId="{018523A9-4EC2-4CE7-8B34-4EDC81DE6765}" dt="2025-05-12T08:12:46.006" v="72" actId="26606"/>
          <ac:spMkLst>
            <pc:docMk/>
            <pc:sldMk cId="2975758522" sldId="259"/>
            <ac:spMk id="9" creationId="{907EF6B7-1338-4443-8C46-6A318D952DFD}"/>
          </ac:spMkLst>
        </pc:spChg>
        <pc:spChg chg="add">
          <ac:chgData name="Ali Akbar" userId="7ad23ff2803fa24b" providerId="LiveId" clId="{018523A9-4EC2-4CE7-8B34-4EDC81DE6765}" dt="2025-05-12T08:12:46.006" v="72" actId="26606"/>
          <ac:spMkLst>
            <pc:docMk/>
            <pc:sldMk cId="2975758522" sldId="259"/>
            <ac:spMk id="11" creationId="{DAAE4CDD-124C-4DCF-9584-B6033B545DD5}"/>
          </ac:spMkLst>
        </pc:spChg>
        <pc:spChg chg="add">
          <ac:chgData name="Ali Akbar" userId="7ad23ff2803fa24b" providerId="LiveId" clId="{018523A9-4EC2-4CE7-8B34-4EDC81DE6765}" dt="2025-05-12T08:12:46.006" v="72" actId="26606"/>
          <ac:spMkLst>
            <pc:docMk/>
            <pc:sldMk cId="2975758522" sldId="259"/>
            <ac:spMk id="13" creationId="{081E4A58-353D-44AE-B2FC-2A74E2E400F7}"/>
          </ac:spMkLst>
        </pc:spChg>
      </pc:sldChg>
      <pc:sldChg chg="addSp delSp modSp new mod setBg">
        <pc:chgData name="Ali Akbar" userId="7ad23ff2803fa24b" providerId="LiveId" clId="{018523A9-4EC2-4CE7-8B34-4EDC81DE6765}" dt="2025-05-12T08:18:03.153" v="116" actId="14100"/>
        <pc:sldMkLst>
          <pc:docMk/>
          <pc:sldMk cId="1765591187" sldId="261"/>
        </pc:sldMkLst>
        <pc:spChg chg="mod">
          <ac:chgData name="Ali Akbar" userId="7ad23ff2803fa24b" providerId="LiveId" clId="{018523A9-4EC2-4CE7-8B34-4EDC81DE6765}" dt="2025-05-12T08:18:03.153" v="116" actId="14100"/>
          <ac:spMkLst>
            <pc:docMk/>
            <pc:sldMk cId="1765591187" sldId="261"/>
            <ac:spMk id="2" creationId="{7170B040-F460-D19B-2B11-69982EA583B6}"/>
          </ac:spMkLst>
        </pc:spChg>
        <pc:spChg chg="add del mod">
          <ac:chgData name="Ali Akbar" userId="7ad23ff2803fa24b" providerId="LiveId" clId="{018523A9-4EC2-4CE7-8B34-4EDC81DE6765}" dt="2025-05-12T08:17:56.050" v="114" actId="27636"/>
          <ac:spMkLst>
            <pc:docMk/>
            <pc:sldMk cId="1765591187" sldId="261"/>
            <ac:spMk id="3" creationId="{0F5C1B0A-1A7C-2142-B961-5FEAC8120C36}"/>
          </ac:spMkLst>
        </pc:spChg>
        <pc:spChg chg="add mod">
          <ac:chgData name="Ali Akbar" userId="7ad23ff2803fa24b" providerId="LiveId" clId="{018523A9-4EC2-4CE7-8B34-4EDC81DE6765}" dt="2025-05-12T08:15:06.190" v="85"/>
          <ac:spMkLst>
            <pc:docMk/>
            <pc:sldMk cId="1765591187" sldId="261"/>
            <ac:spMk id="4" creationId="{B60DFE6D-0CB6-7811-01B7-2CEBFA1C3A25}"/>
          </ac:spMkLst>
        </pc:spChg>
        <pc:picChg chg="add mod">
          <ac:chgData name="Ali Akbar" userId="7ad23ff2803fa24b" providerId="LiveId" clId="{018523A9-4EC2-4CE7-8B34-4EDC81DE6765}" dt="2025-05-12T08:17:04.182" v="96" actId="1076"/>
          <ac:picMkLst>
            <pc:docMk/>
            <pc:sldMk cId="1765591187" sldId="261"/>
            <ac:picMk id="5" creationId="{E2A4DC30-23CB-2A60-E098-8FAA399A65FC}"/>
          </ac:picMkLst>
        </pc:picChg>
        <pc:picChg chg="add">
          <ac:chgData name="Ali Akbar" userId="7ad23ff2803fa24b" providerId="LiveId" clId="{018523A9-4EC2-4CE7-8B34-4EDC81DE6765}" dt="2025-05-12T08:17:20.502" v="97" actId="26606"/>
          <ac:picMkLst>
            <pc:docMk/>
            <pc:sldMk cId="1765591187" sldId="261"/>
            <ac:picMk id="6" creationId="{91D53884-379D-94A7-37EE-F9423282DB09}"/>
          </ac:picMkLst>
        </pc:picChg>
        <pc:cxnChg chg="add">
          <ac:chgData name="Ali Akbar" userId="7ad23ff2803fa24b" providerId="LiveId" clId="{018523A9-4EC2-4CE7-8B34-4EDC81DE6765}" dt="2025-05-12T08:17:20.502" v="97" actId="26606"/>
          <ac:cxnSpMkLst>
            <pc:docMk/>
            <pc:sldMk cId="1765591187" sldId="261"/>
            <ac:cxnSpMk id="9" creationId="{1503BFE4-729B-D9D0-C17B-501E6AF1127A}"/>
          </ac:cxnSpMkLst>
        </pc:cxnChg>
      </pc:sldChg>
      <pc:sldChg chg="addSp delSp modSp new mod setBg">
        <pc:chgData name="Ali Akbar" userId="7ad23ff2803fa24b" providerId="LiveId" clId="{018523A9-4EC2-4CE7-8B34-4EDC81DE6765}" dt="2025-05-12T08:22:49.816" v="159" actId="404"/>
        <pc:sldMkLst>
          <pc:docMk/>
          <pc:sldMk cId="3493529663" sldId="262"/>
        </pc:sldMkLst>
        <pc:spChg chg="mod">
          <ac:chgData name="Ali Akbar" userId="7ad23ff2803fa24b" providerId="LiveId" clId="{018523A9-4EC2-4CE7-8B34-4EDC81DE6765}" dt="2025-05-12T08:22:33.551" v="153" actId="26606"/>
          <ac:spMkLst>
            <pc:docMk/>
            <pc:sldMk cId="3493529663" sldId="262"/>
            <ac:spMk id="2" creationId="{F2EEC103-96CA-A648-1202-63DA2F3578A5}"/>
          </ac:spMkLst>
        </pc:spChg>
        <pc:spChg chg="del mod">
          <ac:chgData name="Ali Akbar" userId="7ad23ff2803fa24b" providerId="LiveId" clId="{018523A9-4EC2-4CE7-8B34-4EDC81DE6765}" dt="2025-05-12T08:19:28.339" v="124"/>
          <ac:spMkLst>
            <pc:docMk/>
            <pc:sldMk cId="3493529663" sldId="262"/>
            <ac:spMk id="3" creationId="{31C786BA-81C3-52DF-6ACA-0B2234A25110}"/>
          </ac:spMkLst>
        </pc:spChg>
        <pc:spChg chg="add mod">
          <ac:chgData name="Ali Akbar" userId="7ad23ff2803fa24b" providerId="LiveId" clId="{018523A9-4EC2-4CE7-8B34-4EDC81DE6765}" dt="2025-05-12T08:22:49.816" v="159" actId="404"/>
          <ac:spMkLst>
            <pc:docMk/>
            <pc:sldMk cId="3493529663" sldId="262"/>
            <ac:spMk id="4" creationId="{02346ED5-2A27-2E26-2999-0FA6ABFA0B6C}"/>
          </ac:spMkLst>
        </pc:spChg>
        <pc:spChg chg="add">
          <ac:chgData name="Ali Akbar" userId="7ad23ff2803fa24b" providerId="LiveId" clId="{018523A9-4EC2-4CE7-8B34-4EDC81DE6765}" dt="2025-05-12T08:22:33.551" v="153" actId="26606"/>
          <ac:spMkLst>
            <pc:docMk/>
            <pc:sldMk cId="3493529663" sldId="262"/>
            <ac:spMk id="10" creationId="{3ECBE1F1-D69B-4AFA-ABD5-8E41720EF6DE}"/>
          </ac:spMkLst>
        </pc:spChg>
        <pc:spChg chg="add">
          <ac:chgData name="Ali Akbar" userId="7ad23ff2803fa24b" providerId="LiveId" clId="{018523A9-4EC2-4CE7-8B34-4EDC81DE6765}" dt="2025-05-12T08:22:33.551" v="153" actId="26606"/>
          <ac:spMkLst>
            <pc:docMk/>
            <pc:sldMk cId="3493529663" sldId="262"/>
            <ac:spMk id="12" creationId="{603A6265-E10C-4B85-9C20-E75FCAF9CC63}"/>
          </ac:spMkLst>
        </pc:spChg>
        <pc:picChg chg="add">
          <ac:chgData name="Ali Akbar" userId="7ad23ff2803fa24b" providerId="LiveId" clId="{018523A9-4EC2-4CE7-8B34-4EDC81DE6765}" dt="2025-05-12T08:22:33.551" v="153" actId="26606"/>
          <ac:picMkLst>
            <pc:docMk/>
            <pc:sldMk cId="3493529663" sldId="262"/>
            <ac:picMk id="6" creationId="{E25EDD41-B622-592F-0DB6-48F410C67D1F}"/>
          </ac:picMkLst>
        </pc:picChg>
      </pc:sldChg>
      <pc:sldChg chg="addSp delSp modSp new mod setBg">
        <pc:chgData name="Ali Akbar" userId="7ad23ff2803fa24b" providerId="LiveId" clId="{018523A9-4EC2-4CE7-8B34-4EDC81DE6765}" dt="2025-05-12T08:30:21.803" v="209" actId="14100"/>
        <pc:sldMkLst>
          <pc:docMk/>
          <pc:sldMk cId="3085799310" sldId="263"/>
        </pc:sldMkLst>
        <pc:spChg chg="mod">
          <ac:chgData name="Ali Akbar" userId="7ad23ff2803fa24b" providerId="LiveId" clId="{018523A9-4EC2-4CE7-8B34-4EDC81DE6765}" dt="2025-05-12T08:30:21.803" v="209" actId="14100"/>
          <ac:spMkLst>
            <pc:docMk/>
            <pc:sldMk cId="3085799310" sldId="263"/>
            <ac:spMk id="2" creationId="{3FF8668E-F49B-C2AF-3B48-303F7D8AD795}"/>
          </ac:spMkLst>
        </pc:spChg>
        <pc:spChg chg="del">
          <ac:chgData name="Ali Akbar" userId="7ad23ff2803fa24b" providerId="LiveId" clId="{018523A9-4EC2-4CE7-8B34-4EDC81DE6765}" dt="2025-05-12T08:23:37.930" v="160"/>
          <ac:spMkLst>
            <pc:docMk/>
            <pc:sldMk cId="3085799310" sldId="263"/>
            <ac:spMk id="3" creationId="{0705B10A-AA80-BECA-97CC-23C869F2C216}"/>
          </ac:spMkLst>
        </pc:spChg>
        <pc:spChg chg="add del mod">
          <ac:chgData name="Ali Akbar" userId="7ad23ff2803fa24b" providerId="LiveId" clId="{018523A9-4EC2-4CE7-8B34-4EDC81DE6765}" dt="2025-05-12T08:27:06.527" v="162"/>
          <ac:spMkLst>
            <pc:docMk/>
            <pc:sldMk cId="3085799310" sldId="263"/>
            <ac:spMk id="4" creationId="{9B7E5CA1-2EBA-4F8D-1EA4-D4D5BD2C1268}"/>
          </ac:spMkLst>
        </pc:spChg>
        <pc:spChg chg="add del mod">
          <ac:chgData name="Ali Akbar" userId="7ad23ff2803fa24b" providerId="LiveId" clId="{018523A9-4EC2-4CE7-8B34-4EDC81DE6765}" dt="2025-05-12T08:28:57.981" v="172" actId="478"/>
          <ac:spMkLst>
            <pc:docMk/>
            <pc:sldMk cId="3085799310" sldId="263"/>
            <ac:spMk id="5" creationId="{F827A076-5863-B8FE-B729-E1677D815693}"/>
          </ac:spMkLst>
        </pc:spChg>
        <pc:spChg chg="add">
          <ac:chgData name="Ali Akbar" userId="7ad23ff2803fa24b" providerId="LiveId" clId="{018523A9-4EC2-4CE7-8B34-4EDC81DE6765}" dt="2025-05-12T08:29:54.147" v="202" actId="26606"/>
          <ac:spMkLst>
            <pc:docMk/>
            <pc:sldMk cId="3085799310" sldId="263"/>
            <ac:spMk id="5131" creationId="{A8384FB5-9ADC-4DDC-881B-597D56F5B15D}"/>
          </ac:spMkLst>
        </pc:spChg>
        <pc:spChg chg="add">
          <ac:chgData name="Ali Akbar" userId="7ad23ff2803fa24b" providerId="LiveId" clId="{018523A9-4EC2-4CE7-8B34-4EDC81DE6765}" dt="2025-05-12T08:29:54.147" v="202" actId="26606"/>
          <ac:spMkLst>
            <pc:docMk/>
            <pc:sldMk cId="3085799310" sldId="263"/>
            <ac:spMk id="5133" creationId="{1199E1B1-A8C0-4FE8-A5A8-1CB41D69F857}"/>
          </ac:spMkLst>
        </pc:spChg>
        <pc:spChg chg="add">
          <ac:chgData name="Ali Akbar" userId="7ad23ff2803fa24b" providerId="LiveId" clId="{018523A9-4EC2-4CE7-8B34-4EDC81DE6765}" dt="2025-05-12T08:29:54.147" v="202" actId="26606"/>
          <ac:spMkLst>
            <pc:docMk/>
            <pc:sldMk cId="3085799310" sldId="263"/>
            <ac:spMk id="5135" creationId="{84A8DE83-DE75-4B41-9DB4-A7EC0B0DEC0B}"/>
          </ac:spMkLst>
        </pc:spChg>
        <pc:spChg chg="add">
          <ac:chgData name="Ali Akbar" userId="7ad23ff2803fa24b" providerId="LiveId" clId="{018523A9-4EC2-4CE7-8B34-4EDC81DE6765}" dt="2025-05-12T08:29:54.147" v="202" actId="26606"/>
          <ac:spMkLst>
            <pc:docMk/>
            <pc:sldMk cId="3085799310" sldId="263"/>
            <ac:spMk id="5137" creationId="{A7009A0A-BEF5-4EAC-AF15-E4F9F002E239}"/>
          </ac:spMkLst>
        </pc:spChg>
        <pc:picChg chg="add del mod">
          <ac:chgData name="Ali Akbar" userId="7ad23ff2803fa24b" providerId="LiveId" clId="{018523A9-4EC2-4CE7-8B34-4EDC81DE6765}" dt="2025-05-12T08:23:40.403" v="161" actId="478"/>
          <ac:picMkLst>
            <pc:docMk/>
            <pc:sldMk cId="3085799310" sldId="263"/>
            <ac:picMk id="5122" creationId="{6ADB17CB-D8D0-16FB-C7D3-310B77C5C9C4}"/>
          </ac:picMkLst>
        </pc:picChg>
        <pc:picChg chg="add del mod">
          <ac:chgData name="Ali Akbar" userId="7ad23ff2803fa24b" providerId="LiveId" clId="{018523A9-4EC2-4CE7-8B34-4EDC81DE6765}" dt="2025-05-12T08:28:52.233" v="170" actId="478"/>
          <ac:picMkLst>
            <pc:docMk/>
            <pc:sldMk cId="3085799310" sldId="263"/>
            <ac:picMk id="5124" creationId="{60A44076-2AFF-5182-91C1-AC147CF34CE5}"/>
          </ac:picMkLst>
        </pc:picChg>
        <pc:picChg chg="add mod">
          <ac:chgData name="Ali Akbar" userId="7ad23ff2803fa24b" providerId="LiveId" clId="{018523A9-4EC2-4CE7-8B34-4EDC81DE6765}" dt="2025-05-12T08:30:11.825" v="207" actId="14100"/>
          <ac:picMkLst>
            <pc:docMk/>
            <pc:sldMk cId="3085799310" sldId="263"/>
            <ac:picMk id="5126" creationId="{1DFA7C72-5424-6A1B-7404-A9F7518CDA04}"/>
          </ac:picMkLst>
        </pc:picChg>
      </pc:sldChg>
      <pc:sldChg chg="addSp modSp new mod setBg">
        <pc:chgData name="Ali Akbar" userId="7ad23ff2803fa24b" providerId="LiveId" clId="{018523A9-4EC2-4CE7-8B34-4EDC81DE6765}" dt="2025-05-12T08:37:26.738" v="247" actId="14100"/>
        <pc:sldMkLst>
          <pc:docMk/>
          <pc:sldMk cId="3667222826" sldId="264"/>
        </pc:sldMkLst>
        <pc:spChg chg="mod">
          <ac:chgData name="Ali Akbar" userId="7ad23ff2803fa24b" providerId="LiveId" clId="{018523A9-4EC2-4CE7-8B34-4EDC81DE6765}" dt="2025-05-12T08:37:17.935" v="245" actId="26606"/>
          <ac:spMkLst>
            <pc:docMk/>
            <pc:sldMk cId="3667222826" sldId="264"/>
            <ac:spMk id="2" creationId="{140C3B66-C855-1436-578D-0B1AFEF8423C}"/>
          </ac:spMkLst>
        </pc:spChg>
        <pc:spChg chg="mod">
          <ac:chgData name="Ali Akbar" userId="7ad23ff2803fa24b" providerId="LiveId" clId="{018523A9-4EC2-4CE7-8B34-4EDC81DE6765}" dt="2025-05-12T08:37:26.738" v="247" actId="14100"/>
          <ac:spMkLst>
            <pc:docMk/>
            <pc:sldMk cId="3667222826" sldId="264"/>
            <ac:spMk id="3" creationId="{3A282968-93FF-E1FC-BF8B-480CC9174287}"/>
          </ac:spMkLst>
        </pc:spChg>
        <pc:spChg chg="add">
          <ac:chgData name="Ali Akbar" userId="7ad23ff2803fa24b" providerId="LiveId" clId="{018523A9-4EC2-4CE7-8B34-4EDC81DE6765}" dt="2025-05-12T08:37:17.935" v="245" actId="26606"/>
          <ac:spMkLst>
            <pc:docMk/>
            <pc:sldMk cId="3667222826" sldId="264"/>
            <ac:spMk id="9" creationId="{C0763A76-9F1C-4FC5-82B7-DD475DA461B2}"/>
          </ac:spMkLst>
        </pc:spChg>
        <pc:spChg chg="add">
          <ac:chgData name="Ali Akbar" userId="7ad23ff2803fa24b" providerId="LiveId" clId="{018523A9-4EC2-4CE7-8B34-4EDC81DE6765}" dt="2025-05-12T08:37:17.935" v="245" actId="26606"/>
          <ac:spMkLst>
            <pc:docMk/>
            <pc:sldMk cId="3667222826" sldId="264"/>
            <ac:spMk id="11" creationId="{E81BF4F6-F2CF-4984-9D14-D6966D92F99F}"/>
          </ac:spMkLst>
        </pc:spChg>
        <pc:picChg chg="add">
          <ac:chgData name="Ali Akbar" userId="7ad23ff2803fa24b" providerId="LiveId" clId="{018523A9-4EC2-4CE7-8B34-4EDC81DE6765}" dt="2025-05-12T08:37:17.935" v="245" actId="26606"/>
          <ac:picMkLst>
            <pc:docMk/>
            <pc:sldMk cId="3667222826" sldId="264"/>
            <ac:picMk id="5" creationId="{B857F9EC-E9A1-789A-EB8F-15F2B2DC13F1}"/>
          </ac:picMkLst>
        </pc:picChg>
      </pc:sldChg>
      <pc:sldChg chg="addSp delSp modSp add mod setBg">
        <pc:chgData name="Ali Akbar" userId="7ad23ff2803fa24b" providerId="LiveId" clId="{018523A9-4EC2-4CE7-8B34-4EDC81DE6765}" dt="2025-05-12T08:39:48.017" v="275" actId="403"/>
        <pc:sldMkLst>
          <pc:docMk/>
          <pc:sldMk cId="1930260166" sldId="265"/>
        </pc:sldMkLst>
        <pc:spChg chg="mod">
          <ac:chgData name="Ali Akbar" userId="7ad23ff2803fa24b" providerId="LiveId" clId="{018523A9-4EC2-4CE7-8B34-4EDC81DE6765}" dt="2025-05-12T08:39:35.732" v="271" actId="26606"/>
          <ac:spMkLst>
            <pc:docMk/>
            <pc:sldMk cId="1930260166" sldId="265"/>
            <ac:spMk id="2" creationId="{A334641F-2036-24F9-7FBE-3E791A11E127}"/>
          </ac:spMkLst>
        </pc:spChg>
        <pc:spChg chg="del">
          <ac:chgData name="Ali Akbar" userId="7ad23ff2803fa24b" providerId="LiveId" clId="{018523A9-4EC2-4CE7-8B34-4EDC81DE6765}" dt="2025-05-12T08:37:51.333" v="249"/>
          <ac:spMkLst>
            <pc:docMk/>
            <pc:sldMk cId="1930260166" sldId="265"/>
            <ac:spMk id="3" creationId="{96FF45EA-F1B7-E354-5DBD-A6D121DB540A}"/>
          </ac:spMkLst>
        </pc:spChg>
        <pc:spChg chg="add mod">
          <ac:chgData name="Ali Akbar" userId="7ad23ff2803fa24b" providerId="LiveId" clId="{018523A9-4EC2-4CE7-8B34-4EDC81DE6765}" dt="2025-05-12T08:39:48.017" v="275" actId="403"/>
          <ac:spMkLst>
            <pc:docMk/>
            <pc:sldMk cId="1930260166" sldId="265"/>
            <ac:spMk id="4" creationId="{AD9E6927-C9A0-3F5F-0D32-4279F304B1A2}"/>
          </ac:spMkLst>
        </pc:spChg>
        <pc:spChg chg="add">
          <ac:chgData name="Ali Akbar" userId="7ad23ff2803fa24b" providerId="LiveId" clId="{018523A9-4EC2-4CE7-8B34-4EDC81DE6765}" dt="2025-05-12T08:39:35.732" v="271" actId="26606"/>
          <ac:spMkLst>
            <pc:docMk/>
            <pc:sldMk cId="1930260166" sldId="265"/>
            <ac:spMk id="9" creationId="{09588DA8-065E-4F6F-8EFD-43104AB2E0CF}"/>
          </ac:spMkLst>
        </pc:spChg>
        <pc:spChg chg="add">
          <ac:chgData name="Ali Akbar" userId="7ad23ff2803fa24b" providerId="LiveId" clId="{018523A9-4EC2-4CE7-8B34-4EDC81DE6765}" dt="2025-05-12T08:39:35.732" v="271" actId="26606"/>
          <ac:spMkLst>
            <pc:docMk/>
            <pc:sldMk cId="1930260166" sldId="265"/>
            <ac:spMk id="11" creationId="{C4285719-470E-454C-AF62-8323075F1F5B}"/>
          </ac:spMkLst>
        </pc:spChg>
        <pc:spChg chg="add">
          <ac:chgData name="Ali Akbar" userId="7ad23ff2803fa24b" providerId="LiveId" clId="{018523A9-4EC2-4CE7-8B34-4EDC81DE6765}" dt="2025-05-12T08:39:35.732" v="271" actId="26606"/>
          <ac:spMkLst>
            <pc:docMk/>
            <pc:sldMk cId="1930260166" sldId="265"/>
            <ac:spMk id="13" creationId="{CD9FE4EF-C4D8-49A0-B2FF-81D8DB7D8A24}"/>
          </ac:spMkLst>
        </pc:spChg>
        <pc:spChg chg="add">
          <ac:chgData name="Ali Akbar" userId="7ad23ff2803fa24b" providerId="LiveId" clId="{018523A9-4EC2-4CE7-8B34-4EDC81DE6765}" dt="2025-05-12T08:39:35.732" v="271" actId="26606"/>
          <ac:spMkLst>
            <pc:docMk/>
            <pc:sldMk cId="1930260166" sldId="265"/>
            <ac:spMk id="15" creationId="{4300840D-0A0B-4512-BACA-B439D5B9C57C}"/>
          </ac:spMkLst>
        </pc:spChg>
        <pc:spChg chg="add">
          <ac:chgData name="Ali Akbar" userId="7ad23ff2803fa24b" providerId="LiveId" clId="{018523A9-4EC2-4CE7-8B34-4EDC81DE6765}" dt="2025-05-12T08:39:35.732" v="271" actId="26606"/>
          <ac:spMkLst>
            <pc:docMk/>
            <pc:sldMk cId="1930260166" sldId="265"/>
            <ac:spMk id="17" creationId="{D2B78728-A580-49A7-84F9-6EF6F583ADE0}"/>
          </ac:spMkLst>
        </pc:spChg>
        <pc:spChg chg="add">
          <ac:chgData name="Ali Akbar" userId="7ad23ff2803fa24b" providerId="LiveId" clId="{018523A9-4EC2-4CE7-8B34-4EDC81DE6765}" dt="2025-05-12T08:39:35.732" v="271" actId="26606"/>
          <ac:spMkLst>
            <pc:docMk/>
            <pc:sldMk cId="1930260166" sldId="265"/>
            <ac:spMk id="19" creationId="{38FAA1A1-D861-433F-88FA-1E9D6FD31D11}"/>
          </ac:spMkLst>
        </pc:spChg>
        <pc:spChg chg="add">
          <ac:chgData name="Ali Akbar" userId="7ad23ff2803fa24b" providerId="LiveId" clId="{018523A9-4EC2-4CE7-8B34-4EDC81DE6765}" dt="2025-05-12T08:39:35.732" v="271" actId="26606"/>
          <ac:spMkLst>
            <pc:docMk/>
            <pc:sldMk cId="1930260166" sldId="265"/>
            <ac:spMk id="21" creationId="{8D71EDA1-87BF-4D5D-AB79-F346FD19278A}"/>
          </ac:spMkLst>
        </pc:spChg>
      </pc:sldChg>
      <pc:sldChg chg="addSp delSp modSp add mod setBg">
        <pc:chgData name="Ali Akbar" userId="7ad23ff2803fa24b" providerId="LiveId" clId="{018523A9-4EC2-4CE7-8B34-4EDC81DE6765}" dt="2025-05-12T08:47:59.079" v="307" actId="14100"/>
        <pc:sldMkLst>
          <pc:docMk/>
          <pc:sldMk cId="530173986" sldId="266"/>
        </pc:sldMkLst>
        <pc:spChg chg="mod">
          <ac:chgData name="Ali Akbar" userId="7ad23ff2803fa24b" providerId="LiveId" clId="{018523A9-4EC2-4CE7-8B34-4EDC81DE6765}" dt="2025-05-12T08:47:43.451" v="299" actId="26606"/>
          <ac:spMkLst>
            <pc:docMk/>
            <pc:sldMk cId="530173986" sldId="266"/>
            <ac:spMk id="2" creationId="{B6E09BA2-975C-269F-88B3-E55E01B2A47C}"/>
          </ac:spMkLst>
        </pc:spChg>
        <pc:spChg chg="mod">
          <ac:chgData name="Ali Akbar" userId="7ad23ff2803fa24b" providerId="LiveId" clId="{018523A9-4EC2-4CE7-8B34-4EDC81DE6765}" dt="2025-05-12T08:47:59.079" v="307" actId="14100"/>
          <ac:spMkLst>
            <pc:docMk/>
            <pc:sldMk cId="530173986" sldId="266"/>
            <ac:spMk id="3" creationId="{30A855C8-3D0B-5F36-0FE9-D03D89AC1BD7}"/>
          </ac:spMkLst>
        </pc:spChg>
        <pc:spChg chg="add">
          <ac:chgData name="Ali Akbar" userId="7ad23ff2803fa24b" providerId="LiveId" clId="{018523A9-4EC2-4CE7-8B34-4EDC81DE6765}" dt="2025-05-12T08:45:35.214" v="276"/>
          <ac:spMkLst>
            <pc:docMk/>
            <pc:sldMk cId="530173986" sldId="266"/>
            <ac:spMk id="4" creationId="{A1DBC5AB-C712-1F76-8996-60F1321AC7CA}"/>
          </ac:spMkLst>
        </pc:spChg>
        <pc:spChg chg="add">
          <ac:chgData name="Ali Akbar" userId="7ad23ff2803fa24b" providerId="LiveId" clId="{018523A9-4EC2-4CE7-8B34-4EDC81DE6765}" dt="2025-05-12T08:47:43.451" v="299" actId="26606"/>
          <ac:spMkLst>
            <pc:docMk/>
            <pc:sldMk cId="530173986" sldId="266"/>
            <ac:spMk id="9" creationId="{09588DA8-065E-4F6F-8EFD-43104AB2E0CF}"/>
          </ac:spMkLst>
        </pc:spChg>
        <pc:spChg chg="add">
          <ac:chgData name="Ali Akbar" userId="7ad23ff2803fa24b" providerId="LiveId" clId="{018523A9-4EC2-4CE7-8B34-4EDC81DE6765}" dt="2025-05-12T08:47:43.451" v="299" actId="26606"/>
          <ac:spMkLst>
            <pc:docMk/>
            <pc:sldMk cId="530173986" sldId="266"/>
            <ac:spMk id="11" creationId="{C4285719-470E-454C-AF62-8323075F1F5B}"/>
          </ac:spMkLst>
        </pc:spChg>
        <pc:spChg chg="add">
          <ac:chgData name="Ali Akbar" userId="7ad23ff2803fa24b" providerId="LiveId" clId="{018523A9-4EC2-4CE7-8B34-4EDC81DE6765}" dt="2025-05-12T08:47:43.451" v="299" actId="26606"/>
          <ac:spMkLst>
            <pc:docMk/>
            <pc:sldMk cId="530173986" sldId="266"/>
            <ac:spMk id="13" creationId="{CD9FE4EF-C4D8-49A0-B2FF-81D8DB7D8A24}"/>
          </ac:spMkLst>
        </pc:spChg>
        <pc:spChg chg="add">
          <ac:chgData name="Ali Akbar" userId="7ad23ff2803fa24b" providerId="LiveId" clId="{018523A9-4EC2-4CE7-8B34-4EDC81DE6765}" dt="2025-05-12T08:47:43.451" v="299" actId="26606"/>
          <ac:spMkLst>
            <pc:docMk/>
            <pc:sldMk cId="530173986" sldId="266"/>
            <ac:spMk id="15" creationId="{4300840D-0A0B-4512-BACA-B439D5B9C57C}"/>
          </ac:spMkLst>
        </pc:spChg>
        <pc:spChg chg="add">
          <ac:chgData name="Ali Akbar" userId="7ad23ff2803fa24b" providerId="LiveId" clId="{018523A9-4EC2-4CE7-8B34-4EDC81DE6765}" dt="2025-05-12T08:47:43.451" v="299" actId="26606"/>
          <ac:spMkLst>
            <pc:docMk/>
            <pc:sldMk cId="530173986" sldId="266"/>
            <ac:spMk id="17" creationId="{D2B78728-A580-49A7-84F9-6EF6F583ADE0}"/>
          </ac:spMkLst>
        </pc:spChg>
        <pc:spChg chg="add">
          <ac:chgData name="Ali Akbar" userId="7ad23ff2803fa24b" providerId="LiveId" clId="{018523A9-4EC2-4CE7-8B34-4EDC81DE6765}" dt="2025-05-12T08:47:43.451" v="299" actId="26606"/>
          <ac:spMkLst>
            <pc:docMk/>
            <pc:sldMk cId="530173986" sldId="266"/>
            <ac:spMk id="19" creationId="{38FAA1A1-D861-433F-88FA-1E9D6FD31D11}"/>
          </ac:spMkLst>
        </pc:spChg>
        <pc:spChg chg="add">
          <ac:chgData name="Ali Akbar" userId="7ad23ff2803fa24b" providerId="LiveId" clId="{018523A9-4EC2-4CE7-8B34-4EDC81DE6765}" dt="2025-05-12T08:47:43.451" v="299" actId="26606"/>
          <ac:spMkLst>
            <pc:docMk/>
            <pc:sldMk cId="530173986" sldId="266"/>
            <ac:spMk id="21" creationId="{8D71EDA1-87BF-4D5D-AB79-F346FD19278A}"/>
          </ac:spMkLst>
        </pc:spChg>
        <pc:picChg chg="add del mod">
          <ac:chgData name="Ali Akbar" userId="7ad23ff2803fa24b" providerId="LiveId" clId="{018523A9-4EC2-4CE7-8B34-4EDC81DE6765}" dt="2025-05-12T08:46:44.529" v="289" actId="21"/>
          <ac:picMkLst>
            <pc:docMk/>
            <pc:sldMk cId="530173986" sldId="266"/>
            <ac:picMk id="5" creationId="{2320C2D5-1585-56D3-AA28-0239F77A4C4D}"/>
          </ac:picMkLst>
        </pc:picChg>
      </pc:sldChg>
      <pc:sldChg chg="addSp delSp modSp add mod">
        <pc:chgData name="Ali Akbar" userId="7ad23ff2803fa24b" providerId="LiveId" clId="{018523A9-4EC2-4CE7-8B34-4EDC81DE6765}" dt="2025-05-12T08:53:59.398" v="391" actId="14100"/>
        <pc:sldMkLst>
          <pc:docMk/>
          <pc:sldMk cId="3641384103" sldId="267"/>
        </pc:sldMkLst>
        <pc:spChg chg="del mod">
          <ac:chgData name="Ali Akbar" userId="7ad23ff2803fa24b" providerId="LiveId" clId="{018523A9-4EC2-4CE7-8B34-4EDC81DE6765}" dt="2025-05-12T08:53:20.756" v="378" actId="478"/>
          <ac:spMkLst>
            <pc:docMk/>
            <pc:sldMk cId="3641384103" sldId="267"/>
            <ac:spMk id="2" creationId="{D43CF574-680D-B9F2-EFC1-AD3F7D79A98E}"/>
          </ac:spMkLst>
        </pc:spChg>
        <pc:spChg chg="del">
          <ac:chgData name="Ali Akbar" userId="7ad23ff2803fa24b" providerId="LiveId" clId="{018523A9-4EC2-4CE7-8B34-4EDC81DE6765}" dt="2025-05-12T08:53:18.949" v="377" actId="478"/>
          <ac:spMkLst>
            <pc:docMk/>
            <pc:sldMk cId="3641384103" sldId="267"/>
            <ac:spMk id="3" creationId="{68453809-F776-9A27-F3A5-9BD66A895A88}"/>
          </ac:spMkLst>
        </pc:spChg>
        <pc:picChg chg="add mod">
          <ac:chgData name="Ali Akbar" userId="7ad23ff2803fa24b" providerId="LiveId" clId="{018523A9-4EC2-4CE7-8B34-4EDC81DE6765}" dt="2025-05-12T08:53:59.398" v="391" actId="14100"/>
          <ac:picMkLst>
            <pc:docMk/>
            <pc:sldMk cId="3641384103" sldId="267"/>
            <ac:picMk id="5" creationId="{2320C2D5-1585-56D3-AA28-0239F77A4C4D}"/>
          </ac:picMkLst>
        </pc:picChg>
      </pc:sldChg>
      <pc:sldChg chg="addSp modSp new mod setBg">
        <pc:chgData name="Ali Akbar" userId="7ad23ff2803fa24b" providerId="LiveId" clId="{018523A9-4EC2-4CE7-8B34-4EDC81DE6765}" dt="2025-05-12T08:50:23.129" v="349" actId="14100"/>
        <pc:sldMkLst>
          <pc:docMk/>
          <pc:sldMk cId="3865785380" sldId="268"/>
        </pc:sldMkLst>
        <pc:spChg chg="mod">
          <ac:chgData name="Ali Akbar" userId="7ad23ff2803fa24b" providerId="LiveId" clId="{018523A9-4EC2-4CE7-8B34-4EDC81DE6765}" dt="2025-05-12T08:49:20.831" v="332" actId="26606"/>
          <ac:spMkLst>
            <pc:docMk/>
            <pc:sldMk cId="3865785380" sldId="268"/>
            <ac:spMk id="2" creationId="{6FDCC7D0-C8ED-D4DA-5928-75E4E9A17D11}"/>
          </ac:spMkLst>
        </pc:spChg>
        <pc:spChg chg="mod">
          <ac:chgData name="Ali Akbar" userId="7ad23ff2803fa24b" providerId="LiveId" clId="{018523A9-4EC2-4CE7-8B34-4EDC81DE6765}" dt="2025-05-12T08:50:23.129" v="349" actId="14100"/>
          <ac:spMkLst>
            <pc:docMk/>
            <pc:sldMk cId="3865785380" sldId="268"/>
            <ac:spMk id="3" creationId="{03F7EF93-F4BC-C775-ED56-80013B0CD1D7}"/>
          </ac:spMkLst>
        </pc:spChg>
        <pc:spChg chg="add">
          <ac:chgData name="Ali Akbar" userId="7ad23ff2803fa24b" providerId="LiveId" clId="{018523A9-4EC2-4CE7-8B34-4EDC81DE6765}" dt="2025-05-12T08:49:20.831" v="332" actId="26606"/>
          <ac:spMkLst>
            <pc:docMk/>
            <pc:sldMk cId="3865785380" sldId="268"/>
            <ac:spMk id="8" creationId="{44D65982-4F00-4330-8DAA-DE6A9E4D6D23}"/>
          </ac:spMkLst>
        </pc:spChg>
        <pc:spChg chg="add">
          <ac:chgData name="Ali Akbar" userId="7ad23ff2803fa24b" providerId="LiveId" clId="{018523A9-4EC2-4CE7-8B34-4EDC81DE6765}" dt="2025-05-12T08:49:20.831" v="332" actId="26606"/>
          <ac:spMkLst>
            <pc:docMk/>
            <pc:sldMk cId="3865785380" sldId="268"/>
            <ac:spMk id="10" creationId="{009115B9-5BFD-478D-9C87-29ADB3AF1721}"/>
          </ac:spMkLst>
        </pc:spChg>
        <pc:grpChg chg="add">
          <ac:chgData name="Ali Akbar" userId="7ad23ff2803fa24b" providerId="LiveId" clId="{018523A9-4EC2-4CE7-8B34-4EDC81DE6765}" dt="2025-05-12T08:49:20.831" v="332" actId="26606"/>
          <ac:grpSpMkLst>
            <pc:docMk/>
            <pc:sldMk cId="3865785380" sldId="268"/>
            <ac:grpSpMk id="12" creationId="{8D57F946-2E03-4DE1-91F8-25BEDC663563}"/>
          </ac:grpSpMkLst>
        </pc:grpChg>
        <pc:grpChg chg="add">
          <ac:chgData name="Ali Akbar" userId="7ad23ff2803fa24b" providerId="LiveId" clId="{018523A9-4EC2-4CE7-8B34-4EDC81DE6765}" dt="2025-05-12T08:49:20.831" v="332" actId="26606"/>
          <ac:grpSpMkLst>
            <pc:docMk/>
            <pc:sldMk cId="3865785380" sldId="268"/>
            <ac:grpSpMk id="16" creationId="{43F5E015-E085-4624-B431-B42414448684}"/>
          </ac:grpSpMkLst>
        </pc:grpChg>
      </pc:sldChg>
      <pc:sldChg chg="addSp modSp new mod setBg">
        <pc:chgData name="Ali Akbar" userId="7ad23ff2803fa24b" providerId="LiveId" clId="{018523A9-4EC2-4CE7-8B34-4EDC81DE6765}" dt="2025-05-12T08:53:10.016" v="376" actId="113"/>
        <pc:sldMkLst>
          <pc:docMk/>
          <pc:sldMk cId="3845004064" sldId="269"/>
        </pc:sldMkLst>
        <pc:spChg chg="mod">
          <ac:chgData name="Ali Akbar" userId="7ad23ff2803fa24b" providerId="LiveId" clId="{018523A9-4EC2-4CE7-8B34-4EDC81DE6765}" dt="2025-05-12T08:52:15.133" v="364" actId="26606"/>
          <ac:spMkLst>
            <pc:docMk/>
            <pc:sldMk cId="3845004064" sldId="269"/>
            <ac:spMk id="2" creationId="{E90EFC6A-C233-20DB-D7F3-C18DFAD67A6B}"/>
          </ac:spMkLst>
        </pc:spChg>
        <pc:spChg chg="mod">
          <ac:chgData name="Ali Akbar" userId="7ad23ff2803fa24b" providerId="LiveId" clId="{018523A9-4EC2-4CE7-8B34-4EDC81DE6765}" dt="2025-05-12T08:53:10.016" v="376" actId="113"/>
          <ac:spMkLst>
            <pc:docMk/>
            <pc:sldMk cId="3845004064" sldId="269"/>
            <ac:spMk id="3" creationId="{066ACDAB-B8A5-CB13-B33A-DEA234A2B7DB}"/>
          </ac:spMkLst>
        </pc:spChg>
        <pc:spChg chg="add">
          <ac:chgData name="Ali Akbar" userId="7ad23ff2803fa24b" providerId="LiveId" clId="{018523A9-4EC2-4CE7-8B34-4EDC81DE6765}" dt="2025-05-12T08:52:15.133" v="364" actId="26606"/>
          <ac:spMkLst>
            <pc:docMk/>
            <pc:sldMk cId="3845004064" sldId="269"/>
            <ac:spMk id="8" creationId="{09588DA8-065E-4F6F-8EFD-43104AB2E0CF}"/>
          </ac:spMkLst>
        </pc:spChg>
        <pc:spChg chg="add">
          <ac:chgData name="Ali Akbar" userId="7ad23ff2803fa24b" providerId="LiveId" clId="{018523A9-4EC2-4CE7-8B34-4EDC81DE6765}" dt="2025-05-12T08:52:15.133" v="364" actId="26606"/>
          <ac:spMkLst>
            <pc:docMk/>
            <pc:sldMk cId="3845004064" sldId="269"/>
            <ac:spMk id="10" creationId="{C4285719-470E-454C-AF62-8323075F1F5B}"/>
          </ac:spMkLst>
        </pc:spChg>
        <pc:spChg chg="add">
          <ac:chgData name="Ali Akbar" userId="7ad23ff2803fa24b" providerId="LiveId" clId="{018523A9-4EC2-4CE7-8B34-4EDC81DE6765}" dt="2025-05-12T08:52:15.133" v="364" actId="26606"/>
          <ac:spMkLst>
            <pc:docMk/>
            <pc:sldMk cId="3845004064" sldId="269"/>
            <ac:spMk id="12" creationId="{CD9FE4EF-C4D8-49A0-B2FF-81D8DB7D8A24}"/>
          </ac:spMkLst>
        </pc:spChg>
        <pc:spChg chg="add">
          <ac:chgData name="Ali Akbar" userId="7ad23ff2803fa24b" providerId="LiveId" clId="{018523A9-4EC2-4CE7-8B34-4EDC81DE6765}" dt="2025-05-12T08:52:15.133" v="364" actId="26606"/>
          <ac:spMkLst>
            <pc:docMk/>
            <pc:sldMk cId="3845004064" sldId="269"/>
            <ac:spMk id="14" creationId="{4300840D-0A0B-4512-BACA-B439D5B9C57C}"/>
          </ac:spMkLst>
        </pc:spChg>
        <pc:spChg chg="add">
          <ac:chgData name="Ali Akbar" userId="7ad23ff2803fa24b" providerId="LiveId" clId="{018523A9-4EC2-4CE7-8B34-4EDC81DE6765}" dt="2025-05-12T08:52:15.133" v="364" actId="26606"/>
          <ac:spMkLst>
            <pc:docMk/>
            <pc:sldMk cId="3845004064" sldId="269"/>
            <ac:spMk id="16" creationId="{D2B78728-A580-49A7-84F9-6EF6F583ADE0}"/>
          </ac:spMkLst>
        </pc:spChg>
        <pc:spChg chg="add">
          <ac:chgData name="Ali Akbar" userId="7ad23ff2803fa24b" providerId="LiveId" clId="{018523A9-4EC2-4CE7-8B34-4EDC81DE6765}" dt="2025-05-12T08:52:15.133" v="364" actId="26606"/>
          <ac:spMkLst>
            <pc:docMk/>
            <pc:sldMk cId="3845004064" sldId="269"/>
            <ac:spMk id="18" creationId="{38FAA1A1-D861-433F-88FA-1E9D6FD31D11}"/>
          </ac:spMkLst>
        </pc:spChg>
        <pc:spChg chg="add">
          <ac:chgData name="Ali Akbar" userId="7ad23ff2803fa24b" providerId="LiveId" clId="{018523A9-4EC2-4CE7-8B34-4EDC81DE6765}" dt="2025-05-12T08:52:15.133" v="364" actId="26606"/>
          <ac:spMkLst>
            <pc:docMk/>
            <pc:sldMk cId="3845004064" sldId="269"/>
            <ac:spMk id="20" creationId="{8D71EDA1-87BF-4D5D-AB79-F346FD19278A}"/>
          </ac:spMkLst>
        </pc:spChg>
      </pc:sldChg>
      <pc:sldChg chg="addSp delSp modSp new mod setBg">
        <pc:chgData name="Ali Akbar" userId="7ad23ff2803fa24b" providerId="LiveId" clId="{018523A9-4EC2-4CE7-8B34-4EDC81DE6765}" dt="2025-05-12T09:04:02.302" v="416" actId="1076"/>
        <pc:sldMkLst>
          <pc:docMk/>
          <pc:sldMk cId="1308382038" sldId="270"/>
        </pc:sldMkLst>
        <pc:spChg chg="mod">
          <ac:chgData name="Ali Akbar" userId="7ad23ff2803fa24b" providerId="LiveId" clId="{018523A9-4EC2-4CE7-8B34-4EDC81DE6765}" dt="2025-05-12T09:04:02.302" v="416" actId="1076"/>
          <ac:spMkLst>
            <pc:docMk/>
            <pc:sldMk cId="1308382038" sldId="270"/>
            <ac:spMk id="2" creationId="{89034274-EE94-FAA4-48C2-DE77BA839442}"/>
          </ac:spMkLst>
        </pc:spChg>
        <pc:spChg chg="del">
          <ac:chgData name="Ali Akbar" userId="7ad23ff2803fa24b" providerId="LiveId" clId="{018523A9-4EC2-4CE7-8B34-4EDC81DE6765}" dt="2025-05-12T09:02:54.086" v="395"/>
          <ac:spMkLst>
            <pc:docMk/>
            <pc:sldMk cId="1308382038" sldId="270"/>
            <ac:spMk id="3" creationId="{45B67B37-C028-5F90-2B5B-65C06379E924}"/>
          </ac:spMkLst>
        </pc:spChg>
        <pc:spChg chg="add mod">
          <ac:chgData name="Ali Akbar" userId="7ad23ff2803fa24b" providerId="LiveId" clId="{018523A9-4EC2-4CE7-8B34-4EDC81DE6765}" dt="2025-05-12T09:03:51.209" v="413" actId="26606"/>
          <ac:spMkLst>
            <pc:docMk/>
            <pc:sldMk cId="1308382038" sldId="270"/>
            <ac:spMk id="4" creationId="{DBA0A20A-0AF3-DC97-900B-49AB04331278}"/>
          </ac:spMkLst>
        </pc:spChg>
        <pc:spChg chg="add">
          <ac:chgData name="Ali Akbar" userId="7ad23ff2803fa24b" providerId="LiveId" clId="{018523A9-4EC2-4CE7-8B34-4EDC81DE6765}" dt="2025-05-12T09:03:51.209" v="413" actId="26606"/>
          <ac:spMkLst>
            <pc:docMk/>
            <pc:sldMk cId="1308382038" sldId="270"/>
            <ac:spMk id="9" creationId="{09588DA8-065E-4F6F-8EFD-43104AB2E0CF}"/>
          </ac:spMkLst>
        </pc:spChg>
        <pc:spChg chg="add">
          <ac:chgData name="Ali Akbar" userId="7ad23ff2803fa24b" providerId="LiveId" clId="{018523A9-4EC2-4CE7-8B34-4EDC81DE6765}" dt="2025-05-12T09:03:51.209" v="413" actId="26606"/>
          <ac:spMkLst>
            <pc:docMk/>
            <pc:sldMk cId="1308382038" sldId="270"/>
            <ac:spMk id="11" creationId="{C4285719-470E-454C-AF62-8323075F1F5B}"/>
          </ac:spMkLst>
        </pc:spChg>
        <pc:spChg chg="add">
          <ac:chgData name="Ali Akbar" userId="7ad23ff2803fa24b" providerId="LiveId" clId="{018523A9-4EC2-4CE7-8B34-4EDC81DE6765}" dt="2025-05-12T09:03:51.209" v="413" actId="26606"/>
          <ac:spMkLst>
            <pc:docMk/>
            <pc:sldMk cId="1308382038" sldId="270"/>
            <ac:spMk id="13" creationId="{CD9FE4EF-C4D8-49A0-B2FF-81D8DB7D8A24}"/>
          </ac:spMkLst>
        </pc:spChg>
        <pc:spChg chg="add">
          <ac:chgData name="Ali Akbar" userId="7ad23ff2803fa24b" providerId="LiveId" clId="{018523A9-4EC2-4CE7-8B34-4EDC81DE6765}" dt="2025-05-12T09:03:51.209" v="413" actId="26606"/>
          <ac:spMkLst>
            <pc:docMk/>
            <pc:sldMk cId="1308382038" sldId="270"/>
            <ac:spMk id="15" creationId="{4300840D-0A0B-4512-BACA-B439D5B9C57C}"/>
          </ac:spMkLst>
        </pc:spChg>
        <pc:spChg chg="add">
          <ac:chgData name="Ali Akbar" userId="7ad23ff2803fa24b" providerId="LiveId" clId="{018523A9-4EC2-4CE7-8B34-4EDC81DE6765}" dt="2025-05-12T09:03:51.209" v="413" actId="26606"/>
          <ac:spMkLst>
            <pc:docMk/>
            <pc:sldMk cId="1308382038" sldId="270"/>
            <ac:spMk id="17" creationId="{D2B78728-A580-49A7-84F9-6EF6F583ADE0}"/>
          </ac:spMkLst>
        </pc:spChg>
        <pc:spChg chg="add">
          <ac:chgData name="Ali Akbar" userId="7ad23ff2803fa24b" providerId="LiveId" clId="{018523A9-4EC2-4CE7-8B34-4EDC81DE6765}" dt="2025-05-12T09:03:51.209" v="413" actId="26606"/>
          <ac:spMkLst>
            <pc:docMk/>
            <pc:sldMk cId="1308382038" sldId="270"/>
            <ac:spMk id="19" creationId="{38FAA1A1-D861-433F-88FA-1E9D6FD31D11}"/>
          </ac:spMkLst>
        </pc:spChg>
        <pc:spChg chg="add">
          <ac:chgData name="Ali Akbar" userId="7ad23ff2803fa24b" providerId="LiveId" clId="{018523A9-4EC2-4CE7-8B34-4EDC81DE6765}" dt="2025-05-12T09:03:51.209" v="413" actId="26606"/>
          <ac:spMkLst>
            <pc:docMk/>
            <pc:sldMk cId="1308382038" sldId="270"/>
            <ac:spMk id="21" creationId="{8D71EDA1-87BF-4D5D-AB79-F346FD19278A}"/>
          </ac:spMkLst>
        </pc:spChg>
      </pc:sldChg>
      <pc:sldChg chg="addSp modSp new mod setBg">
        <pc:chgData name="Ali Akbar" userId="7ad23ff2803fa24b" providerId="LiveId" clId="{018523A9-4EC2-4CE7-8B34-4EDC81DE6765}" dt="2025-05-12T09:05:33.738" v="433" actId="14100"/>
        <pc:sldMkLst>
          <pc:docMk/>
          <pc:sldMk cId="930683353" sldId="271"/>
        </pc:sldMkLst>
        <pc:spChg chg="mod">
          <ac:chgData name="Ali Akbar" userId="7ad23ff2803fa24b" providerId="LiveId" clId="{018523A9-4EC2-4CE7-8B34-4EDC81DE6765}" dt="2025-05-12T09:05:33.738" v="433" actId="14100"/>
          <ac:spMkLst>
            <pc:docMk/>
            <pc:sldMk cId="930683353" sldId="271"/>
            <ac:spMk id="2" creationId="{F6A8C62D-4A09-395F-2B20-26573A71BDD5}"/>
          </ac:spMkLst>
        </pc:spChg>
        <pc:spChg chg="mod">
          <ac:chgData name="Ali Akbar" userId="7ad23ff2803fa24b" providerId="LiveId" clId="{018523A9-4EC2-4CE7-8B34-4EDC81DE6765}" dt="2025-05-12T09:05:30.717" v="432" actId="14100"/>
          <ac:spMkLst>
            <pc:docMk/>
            <pc:sldMk cId="930683353" sldId="271"/>
            <ac:spMk id="3" creationId="{A0F6B61D-0520-9D4D-0CE0-7729768E5573}"/>
          </ac:spMkLst>
        </pc:spChg>
        <pc:spChg chg="add">
          <ac:chgData name="Ali Akbar" userId="7ad23ff2803fa24b" providerId="LiveId" clId="{018523A9-4EC2-4CE7-8B34-4EDC81DE6765}" dt="2025-05-12T09:05:12.565" v="426" actId="26606"/>
          <ac:spMkLst>
            <pc:docMk/>
            <pc:sldMk cId="930683353" sldId="271"/>
            <ac:spMk id="9" creationId="{3ECBE1F1-D69B-4AFA-ABD5-8E41720EF6DE}"/>
          </ac:spMkLst>
        </pc:spChg>
        <pc:spChg chg="add">
          <ac:chgData name="Ali Akbar" userId="7ad23ff2803fa24b" providerId="LiveId" clId="{018523A9-4EC2-4CE7-8B34-4EDC81DE6765}" dt="2025-05-12T09:05:12.565" v="426" actId="26606"/>
          <ac:spMkLst>
            <pc:docMk/>
            <pc:sldMk cId="930683353" sldId="271"/>
            <ac:spMk id="11" creationId="{603A6265-E10C-4B85-9C20-E75FCAF9CC63}"/>
          </ac:spMkLst>
        </pc:spChg>
        <pc:picChg chg="add">
          <ac:chgData name="Ali Akbar" userId="7ad23ff2803fa24b" providerId="LiveId" clId="{018523A9-4EC2-4CE7-8B34-4EDC81DE6765}" dt="2025-05-12T09:05:12.565" v="426" actId="26606"/>
          <ac:picMkLst>
            <pc:docMk/>
            <pc:sldMk cId="930683353" sldId="271"/>
            <ac:picMk id="5" creationId="{864B5050-0CA1-7D6C-AC8B-3F4159EB95DE}"/>
          </ac:picMkLst>
        </pc:picChg>
      </pc:sldChg>
      <pc:sldChg chg="addSp modSp new mod setBg">
        <pc:chgData name="Ali Akbar" userId="7ad23ff2803fa24b" providerId="LiveId" clId="{018523A9-4EC2-4CE7-8B34-4EDC81DE6765}" dt="2025-05-12T09:19:23.764" v="621" actId="179"/>
        <pc:sldMkLst>
          <pc:docMk/>
          <pc:sldMk cId="4040794059" sldId="272"/>
        </pc:sldMkLst>
        <pc:spChg chg="mod">
          <ac:chgData name="Ali Akbar" userId="7ad23ff2803fa24b" providerId="LiveId" clId="{018523A9-4EC2-4CE7-8B34-4EDC81DE6765}" dt="2025-05-12T09:11:26.253" v="523" actId="14100"/>
          <ac:spMkLst>
            <pc:docMk/>
            <pc:sldMk cId="4040794059" sldId="272"/>
            <ac:spMk id="2" creationId="{66627A0E-1F2A-039A-D94C-34B2E18A4BA3}"/>
          </ac:spMkLst>
        </pc:spChg>
        <pc:spChg chg="mod">
          <ac:chgData name="Ali Akbar" userId="7ad23ff2803fa24b" providerId="LiveId" clId="{018523A9-4EC2-4CE7-8B34-4EDC81DE6765}" dt="2025-05-12T09:19:23.764" v="621" actId="179"/>
          <ac:spMkLst>
            <pc:docMk/>
            <pc:sldMk cId="4040794059" sldId="272"/>
            <ac:spMk id="3" creationId="{96E665D8-1C64-A155-65A4-C2FDCF3F4C75}"/>
          </ac:spMkLst>
        </pc:spChg>
        <pc:spChg chg="add">
          <ac:chgData name="Ali Akbar" userId="7ad23ff2803fa24b" providerId="LiveId" clId="{018523A9-4EC2-4CE7-8B34-4EDC81DE6765}" dt="2025-05-12T09:10:39.731" v="509" actId="26606"/>
          <ac:spMkLst>
            <pc:docMk/>
            <pc:sldMk cId="4040794059" sldId="272"/>
            <ac:spMk id="9" creationId="{9F7D5CDA-D291-4307-BF55-1381FED29634}"/>
          </ac:spMkLst>
        </pc:spChg>
        <pc:picChg chg="add">
          <ac:chgData name="Ali Akbar" userId="7ad23ff2803fa24b" providerId="LiveId" clId="{018523A9-4EC2-4CE7-8B34-4EDC81DE6765}" dt="2025-05-12T09:10:39.731" v="509" actId="26606"/>
          <ac:picMkLst>
            <pc:docMk/>
            <pc:sldMk cId="4040794059" sldId="272"/>
            <ac:picMk id="5" creationId="{78694371-D236-A4F4-6DC9-EDE677ACC67F}"/>
          </ac:picMkLst>
        </pc:picChg>
      </pc:sldChg>
      <pc:sldChg chg="modSp new del mod">
        <pc:chgData name="Ali Akbar" userId="7ad23ff2803fa24b" providerId="LiveId" clId="{018523A9-4EC2-4CE7-8B34-4EDC81DE6765}" dt="2025-05-12T09:16:22.212" v="580" actId="47"/>
        <pc:sldMkLst>
          <pc:docMk/>
          <pc:sldMk cId="3566163002" sldId="273"/>
        </pc:sldMkLst>
        <pc:spChg chg="mod">
          <ac:chgData name="Ali Akbar" userId="7ad23ff2803fa24b" providerId="LiveId" clId="{018523A9-4EC2-4CE7-8B34-4EDC81DE6765}" dt="2025-05-12T09:13:34.521" v="546"/>
          <ac:spMkLst>
            <pc:docMk/>
            <pc:sldMk cId="3566163002" sldId="273"/>
            <ac:spMk id="2" creationId="{42C4DC48-FDB2-AB23-11CA-EFD465B17C3B}"/>
          </ac:spMkLst>
        </pc:spChg>
        <pc:spChg chg="mod">
          <ac:chgData name="Ali Akbar" userId="7ad23ff2803fa24b" providerId="LiveId" clId="{018523A9-4EC2-4CE7-8B34-4EDC81DE6765}" dt="2025-05-12T09:15:13.066" v="574" actId="179"/>
          <ac:spMkLst>
            <pc:docMk/>
            <pc:sldMk cId="3566163002" sldId="273"/>
            <ac:spMk id="3" creationId="{400748DA-D79C-E49B-9BE9-194022121998}"/>
          </ac:spMkLst>
        </pc:spChg>
      </pc:sldChg>
      <pc:sldChg chg="delSp modSp add mod setBg delDesignElem">
        <pc:chgData name="Ali Akbar" userId="7ad23ff2803fa24b" providerId="LiveId" clId="{018523A9-4EC2-4CE7-8B34-4EDC81DE6765}" dt="2025-05-12T09:19:50.443" v="625" actId="403"/>
        <pc:sldMkLst>
          <pc:docMk/>
          <pc:sldMk cId="1042955314" sldId="274"/>
        </pc:sldMkLst>
        <pc:spChg chg="mod">
          <ac:chgData name="Ali Akbar" userId="7ad23ff2803fa24b" providerId="LiveId" clId="{018523A9-4EC2-4CE7-8B34-4EDC81DE6765}" dt="2025-05-12T09:19:50.443" v="625" actId="403"/>
          <ac:spMkLst>
            <pc:docMk/>
            <pc:sldMk cId="1042955314" sldId="274"/>
            <ac:spMk id="3" creationId="{00B090DF-FE96-D72D-0DAF-FF6EAA75904B}"/>
          </ac:spMkLst>
        </pc:spChg>
        <pc:spChg chg="del">
          <ac:chgData name="Ali Akbar" userId="7ad23ff2803fa24b" providerId="LiveId" clId="{018523A9-4EC2-4CE7-8B34-4EDC81DE6765}" dt="2025-05-12T09:15:56.611" v="576"/>
          <ac:spMkLst>
            <pc:docMk/>
            <pc:sldMk cId="1042955314" sldId="274"/>
            <ac:spMk id="9" creationId="{6FA74991-2872-0574-1281-2D36917B0C7A}"/>
          </ac:spMkLst>
        </pc:spChg>
      </pc:sldChg>
      <pc:sldChg chg="modSp add mod">
        <pc:chgData name="Ali Akbar" userId="7ad23ff2803fa24b" providerId="LiveId" clId="{018523A9-4EC2-4CE7-8B34-4EDC81DE6765}" dt="2025-05-12T09:20:05.177" v="627" actId="179"/>
        <pc:sldMkLst>
          <pc:docMk/>
          <pc:sldMk cId="3021213912" sldId="275"/>
        </pc:sldMkLst>
        <pc:spChg chg="mod">
          <ac:chgData name="Ali Akbar" userId="7ad23ff2803fa24b" providerId="LiveId" clId="{018523A9-4EC2-4CE7-8B34-4EDC81DE6765}" dt="2025-05-12T09:20:05.177" v="627" actId="179"/>
          <ac:spMkLst>
            <pc:docMk/>
            <pc:sldMk cId="3021213912" sldId="275"/>
            <ac:spMk id="3" creationId="{4B367788-A957-6A01-3656-6A8B28564159}"/>
          </ac:spMkLst>
        </pc:spChg>
      </pc:sldChg>
      <pc:sldChg chg="addSp delSp modSp new mod setBg">
        <pc:chgData name="Ali Akbar" userId="7ad23ff2803fa24b" providerId="LiveId" clId="{018523A9-4EC2-4CE7-8B34-4EDC81DE6765}" dt="2025-05-12T09:26:21.449" v="668" actId="122"/>
        <pc:sldMkLst>
          <pc:docMk/>
          <pc:sldMk cId="4252147014" sldId="276"/>
        </pc:sldMkLst>
        <pc:spChg chg="mod">
          <ac:chgData name="Ali Akbar" userId="7ad23ff2803fa24b" providerId="LiveId" clId="{018523A9-4EC2-4CE7-8B34-4EDC81DE6765}" dt="2025-05-12T09:26:21.449" v="668" actId="122"/>
          <ac:spMkLst>
            <pc:docMk/>
            <pc:sldMk cId="4252147014" sldId="276"/>
            <ac:spMk id="2" creationId="{64C8405D-3472-65A2-9509-86AF133D63DF}"/>
          </ac:spMkLst>
        </pc:spChg>
        <pc:spChg chg="add del">
          <ac:chgData name="Ali Akbar" userId="7ad23ff2803fa24b" providerId="LiveId" clId="{018523A9-4EC2-4CE7-8B34-4EDC81DE6765}" dt="2025-05-12T09:22:16.967" v="631"/>
          <ac:spMkLst>
            <pc:docMk/>
            <pc:sldMk cId="4252147014" sldId="276"/>
            <ac:spMk id="3" creationId="{5E94E8B2-DE1A-45D1-18A5-40790C386F85}"/>
          </ac:spMkLst>
        </pc:spChg>
        <pc:grpChg chg="add">
          <ac:chgData name="Ali Akbar" userId="7ad23ff2803fa24b" providerId="LiveId" clId="{018523A9-4EC2-4CE7-8B34-4EDC81DE6765}" dt="2025-05-12T09:25:58.627" v="661" actId="26606"/>
          <ac:grpSpMkLst>
            <pc:docMk/>
            <pc:sldMk cId="4252147014" sldId="276"/>
            <ac:grpSpMk id="10" creationId="{1E5539EC-8CB8-002F-68C6-678840282659}"/>
          </ac:grpSpMkLst>
        </pc:grpChg>
        <pc:graphicFrameChg chg="add mod">
          <ac:chgData name="Ali Akbar" userId="7ad23ff2803fa24b" providerId="LiveId" clId="{018523A9-4EC2-4CE7-8B34-4EDC81DE6765}" dt="2025-05-12T09:22:09.698" v="630"/>
          <ac:graphicFrameMkLst>
            <pc:docMk/>
            <pc:sldMk cId="4252147014" sldId="276"/>
            <ac:graphicFrameMk id="4" creationId="{3D30A5E6-485B-9900-1ADB-73F846B608C9}"/>
          </ac:graphicFrameMkLst>
        </pc:graphicFrameChg>
        <pc:graphicFrameChg chg="add mod modGraphic">
          <ac:chgData name="Ali Akbar" userId="7ad23ff2803fa24b" providerId="LiveId" clId="{018523A9-4EC2-4CE7-8B34-4EDC81DE6765}" dt="2025-05-12T09:26:17.166" v="667" actId="403"/>
          <ac:graphicFrameMkLst>
            <pc:docMk/>
            <pc:sldMk cId="4252147014" sldId="276"/>
            <ac:graphicFrameMk id="5" creationId="{1378B32F-3065-F7DE-2E08-2CA24AB21BBB}"/>
          </ac:graphicFrameMkLst>
        </pc:graphicFrameChg>
      </pc:sldChg>
      <pc:sldChg chg="addSp delSp modSp new mod setBg">
        <pc:chgData name="Ali Akbar" userId="7ad23ff2803fa24b" providerId="LiveId" clId="{018523A9-4EC2-4CE7-8B34-4EDC81DE6765}" dt="2025-05-12T09:27:27.133" v="690" actId="26606"/>
        <pc:sldMkLst>
          <pc:docMk/>
          <pc:sldMk cId="813160093" sldId="277"/>
        </pc:sldMkLst>
        <pc:spChg chg="mod">
          <ac:chgData name="Ali Akbar" userId="7ad23ff2803fa24b" providerId="LiveId" clId="{018523A9-4EC2-4CE7-8B34-4EDC81DE6765}" dt="2025-05-12T09:27:27.133" v="690" actId="26606"/>
          <ac:spMkLst>
            <pc:docMk/>
            <pc:sldMk cId="813160093" sldId="277"/>
            <ac:spMk id="2" creationId="{5A487030-5013-38D7-A5D7-E4EA48AA9F11}"/>
          </ac:spMkLst>
        </pc:spChg>
        <pc:spChg chg="del mod">
          <ac:chgData name="Ali Akbar" userId="7ad23ff2803fa24b" providerId="LiveId" clId="{018523A9-4EC2-4CE7-8B34-4EDC81DE6765}" dt="2025-05-12T09:26:57.659" v="674"/>
          <ac:spMkLst>
            <pc:docMk/>
            <pc:sldMk cId="813160093" sldId="277"/>
            <ac:spMk id="3" creationId="{F238BC73-10E5-762B-DFF2-640B008AE154}"/>
          </ac:spMkLst>
        </pc:spChg>
        <pc:spChg chg="add mod">
          <ac:chgData name="Ali Akbar" userId="7ad23ff2803fa24b" providerId="LiveId" clId="{018523A9-4EC2-4CE7-8B34-4EDC81DE6765}" dt="2025-05-12T09:27:27.133" v="690" actId="26606"/>
          <ac:spMkLst>
            <pc:docMk/>
            <pc:sldMk cId="813160093" sldId="277"/>
            <ac:spMk id="4" creationId="{99809530-D78B-E26E-6905-F34F04B2AC94}"/>
          </ac:spMkLst>
        </pc:spChg>
        <pc:spChg chg="add">
          <ac:chgData name="Ali Akbar" userId="7ad23ff2803fa24b" providerId="LiveId" clId="{018523A9-4EC2-4CE7-8B34-4EDC81DE6765}" dt="2025-05-12T09:27:27.133" v="690" actId="26606"/>
          <ac:spMkLst>
            <pc:docMk/>
            <pc:sldMk cId="813160093" sldId="277"/>
            <ac:spMk id="9" creationId="{A2679492-7988-4050-9056-542444452411}"/>
          </ac:spMkLst>
        </pc:spChg>
        <pc:spChg chg="add">
          <ac:chgData name="Ali Akbar" userId="7ad23ff2803fa24b" providerId="LiveId" clId="{018523A9-4EC2-4CE7-8B34-4EDC81DE6765}" dt="2025-05-12T09:27:27.133" v="690" actId="26606"/>
          <ac:spMkLst>
            <pc:docMk/>
            <pc:sldMk cId="813160093" sldId="277"/>
            <ac:spMk id="11" creationId="{B091B163-7D61-4891-ABCF-5C13D9C418D0}"/>
          </ac:spMkLst>
        </pc:spChg>
        <pc:grpChg chg="add">
          <ac:chgData name="Ali Akbar" userId="7ad23ff2803fa24b" providerId="LiveId" clId="{018523A9-4EC2-4CE7-8B34-4EDC81DE6765}" dt="2025-05-12T09:27:27.133" v="690" actId="26606"/>
          <ac:grpSpMkLst>
            <pc:docMk/>
            <pc:sldMk cId="813160093" sldId="277"/>
            <ac:grpSpMk id="13" creationId="{0474DF76-993E-44DE-AFB0-C416182ACECF}"/>
          </ac:grpSpMkLst>
        </pc:grpChg>
        <pc:cxnChg chg="add">
          <ac:chgData name="Ali Akbar" userId="7ad23ff2803fa24b" providerId="LiveId" clId="{018523A9-4EC2-4CE7-8B34-4EDC81DE6765}" dt="2025-05-12T09:27:27.133" v="690" actId="26606"/>
          <ac:cxnSpMkLst>
            <pc:docMk/>
            <pc:sldMk cId="813160093" sldId="277"/>
            <ac:cxnSpMk id="18" creationId="{C49DA8F6-BCC1-4447-B54C-57856834B94B}"/>
          </ac:cxnSpMkLst>
        </pc:cxnChg>
      </pc:sldChg>
      <pc:sldChg chg="addSp modSp new mod setBg">
        <pc:chgData name="Ali Akbar" userId="7ad23ff2803fa24b" providerId="LiveId" clId="{018523A9-4EC2-4CE7-8B34-4EDC81DE6765}" dt="2025-05-12T09:28:39.722" v="710" actId="403"/>
        <pc:sldMkLst>
          <pc:docMk/>
          <pc:sldMk cId="1800357120" sldId="278"/>
        </pc:sldMkLst>
        <pc:spChg chg="mod">
          <ac:chgData name="Ali Akbar" userId="7ad23ff2803fa24b" providerId="LiveId" clId="{018523A9-4EC2-4CE7-8B34-4EDC81DE6765}" dt="2025-05-12T09:28:21.835" v="705" actId="26606"/>
          <ac:spMkLst>
            <pc:docMk/>
            <pc:sldMk cId="1800357120" sldId="278"/>
            <ac:spMk id="2" creationId="{E2E9827D-0659-4DB2-8DAE-EAB4C0B6AE8C}"/>
          </ac:spMkLst>
        </pc:spChg>
        <pc:spChg chg="mod">
          <ac:chgData name="Ali Akbar" userId="7ad23ff2803fa24b" providerId="LiveId" clId="{018523A9-4EC2-4CE7-8B34-4EDC81DE6765}" dt="2025-05-12T09:28:39.722" v="710" actId="403"/>
          <ac:spMkLst>
            <pc:docMk/>
            <pc:sldMk cId="1800357120" sldId="278"/>
            <ac:spMk id="3" creationId="{BECF6A9F-800E-2FE7-7179-2BA29660AB84}"/>
          </ac:spMkLst>
        </pc:spChg>
        <pc:spChg chg="add">
          <ac:chgData name="Ali Akbar" userId="7ad23ff2803fa24b" providerId="LiveId" clId="{018523A9-4EC2-4CE7-8B34-4EDC81DE6765}" dt="2025-05-12T09:28:21.835" v="705" actId="26606"/>
          <ac:spMkLst>
            <pc:docMk/>
            <pc:sldMk cId="1800357120" sldId="278"/>
            <ac:spMk id="8" creationId="{A2679492-7988-4050-9056-542444452411}"/>
          </ac:spMkLst>
        </pc:spChg>
        <pc:spChg chg="add">
          <ac:chgData name="Ali Akbar" userId="7ad23ff2803fa24b" providerId="LiveId" clId="{018523A9-4EC2-4CE7-8B34-4EDC81DE6765}" dt="2025-05-12T09:28:21.835" v="705" actId="26606"/>
          <ac:spMkLst>
            <pc:docMk/>
            <pc:sldMk cId="1800357120" sldId="278"/>
            <ac:spMk id="10" creationId="{B091B163-7D61-4891-ABCF-5C13D9C418D0}"/>
          </ac:spMkLst>
        </pc:spChg>
        <pc:grpChg chg="add">
          <ac:chgData name="Ali Akbar" userId="7ad23ff2803fa24b" providerId="LiveId" clId="{018523A9-4EC2-4CE7-8B34-4EDC81DE6765}" dt="2025-05-12T09:28:21.835" v="705" actId="26606"/>
          <ac:grpSpMkLst>
            <pc:docMk/>
            <pc:sldMk cId="1800357120" sldId="278"/>
            <ac:grpSpMk id="12" creationId="{0474DF76-993E-44DE-AFB0-C416182ACECF}"/>
          </ac:grpSpMkLst>
        </pc:grpChg>
        <pc:cxnChg chg="add">
          <ac:chgData name="Ali Akbar" userId="7ad23ff2803fa24b" providerId="LiveId" clId="{018523A9-4EC2-4CE7-8B34-4EDC81DE6765}" dt="2025-05-12T09:28:21.835" v="705" actId="26606"/>
          <ac:cxnSpMkLst>
            <pc:docMk/>
            <pc:sldMk cId="1800357120" sldId="278"/>
            <ac:cxnSpMk id="17" creationId="{C49DA8F6-BCC1-4447-B54C-57856834B94B}"/>
          </ac:cxnSpMkLst>
        </pc:cxnChg>
      </pc:sldChg>
      <pc:sldChg chg="addSp modSp new mod setBg">
        <pc:chgData name="Ali Akbar" userId="7ad23ff2803fa24b" providerId="LiveId" clId="{018523A9-4EC2-4CE7-8B34-4EDC81DE6765}" dt="2025-05-12T09:32:09.182" v="784" actId="1038"/>
        <pc:sldMkLst>
          <pc:docMk/>
          <pc:sldMk cId="1666097603" sldId="279"/>
        </pc:sldMkLst>
        <pc:spChg chg="mod">
          <ac:chgData name="Ali Akbar" userId="7ad23ff2803fa24b" providerId="LiveId" clId="{018523A9-4EC2-4CE7-8B34-4EDC81DE6765}" dt="2025-05-12T09:30:53.405" v="763" actId="1076"/>
          <ac:spMkLst>
            <pc:docMk/>
            <pc:sldMk cId="1666097603" sldId="279"/>
            <ac:spMk id="2" creationId="{29C4131E-F0EF-242A-97FF-640FA1365094}"/>
          </ac:spMkLst>
        </pc:spChg>
        <pc:spChg chg="mod">
          <ac:chgData name="Ali Akbar" userId="7ad23ff2803fa24b" providerId="LiveId" clId="{018523A9-4EC2-4CE7-8B34-4EDC81DE6765}" dt="2025-05-12T09:30:48.379" v="762" actId="27636"/>
          <ac:spMkLst>
            <pc:docMk/>
            <pc:sldMk cId="1666097603" sldId="279"/>
            <ac:spMk id="3" creationId="{3B883145-DD7A-3C79-5E5C-B22C80742513}"/>
          </ac:spMkLst>
        </pc:spChg>
        <pc:spChg chg="add mod">
          <ac:chgData name="Ali Akbar" userId="7ad23ff2803fa24b" providerId="LiveId" clId="{018523A9-4EC2-4CE7-8B34-4EDC81DE6765}" dt="2025-05-12T09:31:59.003" v="780" actId="122"/>
          <ac:spMkLst>
            <pc:docMk/>
            <pc:sldMk cId="1666097603" sldId="279"/>
            <ac:spMk id="5" creationId="{6F78AB1C-A639-0F94-4AE6-8379ECD5D647}"/>
          </ac:spMkLst>
        </pc:spChg>
        <pc:grpChg chg="add">
          <ac:chgData name="Ali Akbar" userId="7ad23ff2803fa24b" providerId="LiveId" clId="{018523A9-4EC2-4CE7-8B34-4EDC81DE6765}" dt="2025-05-12T09:30:13.974" v="741" actId="26606"/>
          <ac:grpSpMkLst>
            <pc:docMk/>
            <pc:sldMk cId="1666097603" sldId="279"/>
            <ac:grpSpMk id="12295" creationId="{114ED94A-C85D-4CD3-4205-438D21CE6B38}"/>
          </ac:grpSpMkLst>
        </pc:grpChg>
        <pc:picChg chg="add mod">
          <ac:chgData name="Ali Akbar" userId="7ad23ff2803fa24b" providerId="LiveId" clId="{018523A9-4EC2-4CE7-8B34-4EDC81DE6765}" dt="2025-05-12T09:32:09.182" v="784" actId="1038"/>
          <ac:picMkLst>
            <pc:docMk/>
            <pc:sldMk cId="1666097603" sldId="279"/>
            <ac:picMk id="12290" creationId="{051ED3C9-64D9-37B7-BCAB-B09E00CC5D86}"/>
          </ac:picMkLst>
        </pc:picChg>
      </pc:sldChg>
      <pc:sldChg chg="new del">
        <pc:chgData name="Ali Akbar" userId="7ad23ff2803fa24b" providerId="LiveId" clId="{018523A9-4EC2-4CE7-8B34-4EDC81DE6765}" dt="2025-05-12T09:38:07.145" v="786" actId="47"/>
        <pc:sldMkLst>
          <pc:docMk/>
          <pc:sldMk cId="3842133556"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57E59-8FDA-46D3-A9EB-CCA60F1B5A36}" type="datetimeFigureOut">
              <a:rPr lang="en-US" smtClean="0"/>
              <a:t>5/12/2025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F61EDB-785F-4A59-A98D-E71FF5E5973F}" type="slidenum">
              <a:rPr lang="en-US" smtClean="0"/>
              <a:t>‹#›</a:t>
            </a:fld>
            <a:endParaRPr lang="en-US"/>
          </a:p>
        </p:txBody>
      </p:sp>
    </p:spTree>
    <p:extLst>
      <p:ext uri="{BB962C8B-B14F-4D97-AF65-F5344CB8AC3E}">
        <p14:creationId xmlns:p14="http://schemas.microsoft.com/office/powerpoint/2010/main" val="2406104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F61EDB-785F-4A59-A98D-E71FF5E5973F}" type="slidenum">
              <a:rPr lang="en-US" smtClean="0"/>
              <a:t>17</a:t>
            </a:fld>
            <a:endParaRPr lang="en-US"/>
          </a:p>
        </p:txBody>
      </p:sp>
    </p:spTree>
    <p:extLst>
      <p:ext uri="{BB962C8B-B14F-4D97-AF65-F5344CB8AC3E}">
        <p14:creationId xmlns:p14="http://schemas.microsoft.com/office/powerpoint/2010/main" val="2149089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F23B0-5CF8-BF64-E8BF-0B04CAEEDA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405EC-E36F-FCF5-71B7-F4D8293EDE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2B71BF-DDDD-68BD-602F-D8441C7FCE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39B147-56A4-3329-A0BE-6A6E7F657D90}"/>
              </a:ext>
            </a:extLst>
          </p:cNvPr>
          <p:cNvSpPr>
            <a:spLocks noGrp="1"/>
          </p:cNvSpPr>
          <p:nvPr>
            <p:ph type="sldNum" sz="quarter" idx="5"/>
          </p:nvPr>
        </p:nvSpPr>
        <p:spPr/>
        <p:txBody>
          <a:bodyPr/>
          <a:lstStyle/>
          <a:p>
            <a:fld id="{21F61EDB-785F-4A59-A98D-E71FF5E5973F}" type="slidenum">
              <a:rPr lang="en-US" smtClean="0"/>
              <a:t>18</a:t>
            </a:fld>
            <a:endParaRPr lang="en-US"/>
          </a:p>
        </p:txBody>
      </p:sp>
    </p:spTree>
    <p:extLst>
      <p:ext uri="{BB962C8B-B14F-4D97-AF65-F5344CB8AC3E}">
        <p14:creationId xmlns:p14="http://schemas.microsoft.com/office/powerpoint/2010/main" val="948231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2BADF-065F-FA7B-57C9-E32C58808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AD831-D069-C491-46CD-E580C06AFA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E9DAD-201C-9661-990A-3D96E3E613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098B3-B2EE-065A-8010-ED28F0B5CE85}"/>
              </a:ext>
            </a:extLst>
          </p:cNvPr>
          <p:cNvSpPr>
            <a:spLocks noGrp="1"/>
          </p:cNvSpPr>
          <p:nvPr>
            <p:ph type="sldNum" sz="quarter" idx="5"/>
          </p:nvPr>
        </p:nvSpPr>
        <p:spPr/>
        <p:txBody>
          <a:bodyPr/>
          <a:lstStyle/>
          <a:p>
            <a:fld id="{21F61EDB-785F-4A59-A98D-E71FF5E5973F}" type="slidenum">
              <a:rPr lang="en-US" smtClean="0"/>
              <a:t>19</a:t>
            </a:fld>
            <a:endParaRPr lang="en-US"/>
          </a:p>
        </p:txBody>
      </p:sp>
    </p:spTree>
    <p:extLst>
      <p:ext uri="{BB962C8B-B14F-4D97-AF65-F5344CB8AC3E}">
        <p14:creationId xmlns:p14="http://schemas.microsoft.com/office/powerpoint/2010/main" val="1438440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36146-EDC9-32EA-803B-0503D91940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5BA1C7-4CF4-E06D-8FD3-524E258551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B2C072-BF3F-B5D2-F24C-DA361F21483C}"/>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5" name="Footer Placeholder 4">
            <a:extLst>
              <a:ext uri="{FF2B5EF4-FFF2-40B4-BE49-F238E27FC236}">
                <a16:creationId xmlns:a16="http://schemas.microsoft.com/office/drawing/2014/main" id="{83887645-27EE-0482-033A-4A54FC97E1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0E54C3-FE55-7FF9-98B4-F41B139D7D4A}"/>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4193969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444FE-12DB-75CE-5E85-4DA7CED631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D316BB-9234-EFB9-287B-91F2733D44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B173DB-71BD-FAD6-17F0-4935C7EE6437}"/>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5" name="Footer Placeholder 4">
            <a:extLst>
              <a:ext uri="{FF2B5EF4-FFF2-40B4-BE49-F238E27FC236}">
                <a16:creationId xmlns:a16="http://schemas.microsoft.com/office/drawing/2014/main" id="{049655F4-E6B7-F75D-2C1C-DFD9EB9FF5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DC3EAD-A442-BB3F-280C-40202F9324B5}"/>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800042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75EB3-15A8-07C8-5DDE-FB630B26EC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7D11D9-D5D5-244C-CB0C-336B5326B0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849522-0C0E-0016-9F9D-BCE7F63766E1}"/>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5" name="Footer Placeholder 4">
            <a:extLst>
              <a:ext uri="{FF2B5EF4-FFF2-40B4-BE49-F238E27FC236}">
                <a16:creationId xmlns:a16="http://schemas.microsoft.com/office/drawing/2014/main" id="{90727F24-D01D-96C4-D065-1E9C07588C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8A06E-1DB8-4475-795F-FBE525B8E248}"/>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1734188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4FDA-19B2-A15B-3172-2E787B324D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BB1A8A-4B27-8B86-C35F-9E6E6E1F63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991EE6-A78C-171D-399F-C04A79B78C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97C0EF-1567-BB52-77C7-63DB52344695}"/>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6" name="Footer Placeholder 5">
            <a:extLst>
              <a:ext uri="{FF2B5EF4-FFF2-40B4-BE49-F238E27FC236}">
                <a16:creationId xmlns:a16="http://schemas.microsoft.com/office/drawing/2014/main" id="{2972902D-6961-401C-F410-FAA3035F0B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BDFA69-79EF-20F6-7B9B-4B22A7890B3B}"/>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980766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EF08E-9FE2-4880-8A3F-F6295F2D9F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57BE37-8416-EE1A-3A08-11EDE70463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98B359-905E-9C98-662A-EEAFBCB90F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FD6F78-60B9-EF28-BE72-045E5ECF06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0A3832-10F2-17A4-707B-B5A7DF4F01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E67EFF-0F6A-973E-0DA2-2B8150C0C7BB}"/>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8" name="Footer Placeholder 7">
            <a:extLst>
              <a:ext uri="{FF2B5EF4-FFF2-40B4-BE49-F238E27FC236}">
                <a16:creationId xmlns:a16="http://schemas.microsoft.com/office/drawing/2014/main" id="{C66EB458-764B-F9EF-FA59-7CA1C289D9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E093F9-E146-EAAF-BAD9-AD1332F54954}"/>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1586591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E7FB7-BC2E-F239-AFDC-B679798F4B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B18E06-0D00-09A1-E544-AC3ADBEAB37B}"/>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4" name="Footer Placeholder 3">
            <a:extLst>
              <a:ext uri="{FF2B5EF4-FFF2-40B4-BE49-F238E27FC236}">
                <a16:creationId xmlns:a16="http://schemas.microsoft.com/office/drawing/2014/main" id="{EBE5477E-EA96-AE97-440C-340F59AA2E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237B91-0A56-BB12-486E-37E43F76C21F}"/>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1195727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83C44B-B75E-D2AA-499F-8765C8DF68E7}"/>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3" name="Footer Placeholder 2">
            <a:extLst>
              <a:ext uri="{FF2B5EF4-FFF2-40B4-BE49-F238E27FC236}">
                <a16:creationId xmlns:a16="http://schemas.microsoft.com/office/drawing/2014/main" id="{4C7356E6-CE09-AB73-6D6D-584B31184A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759BAD-91FB-2057-AC7A-33F963C8E4C7}"/>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4098528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4B3AE-DFC9-F66B-D071-537FE1ED41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4F1838-F9EC-C4CA-8B0A-CDA0FC6BE6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54F484-5363-7498-6DF4-3172B19B09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7B1E64-7E4C-F316-2139-A61F365A28EC}"/>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6" name="Footer Placeholder 5">
            <a:extLst>
              <a:ext uri="{FF2B5EF4-FFF2-40B4-BE49-F238E27FC236}">
                <a16:creationId xmlns:a16="http://schemas.microsoft.com/office/drawing/2014/main" id="{A8CCDD06-9441-2ED3-4A7C-47F22B0BE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5F5DDA-AB5F-DAE3-5C3D-79E2DB7B1605}"/>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2553904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CBCF-736B-FCFC-4D6F-FA7CF59811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4B9744-6A9F-D4DE-FB06-B95E2C3358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7451DE-D6D1-03AF-5C14-9231BD5E56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8C6E96-2C31-7114-995D-BEDA432AB220}"/>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6" name="Footer Placeholder 5">
            <a:extLst>
              <a:ext uri="{FF2B5EF4-FFF2-40B4-BE49-F238E27FC236}">
                <a16:creationId xmlns:a16="http://schemas.microsoft.com/office/drawing/2014/main" id="{393B8B83-FC9A-9709-99F9-491F5FB3E2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2367D7-DF4B-04D3-F3B8-474125A1FE0B}"/>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139652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F4152-010D-BD86-00BE-ECF17F3E95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C76C59-5AB9-6DDA-688F-FD83A65CBE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07DD28-3FB4-65A8-DE9B-EC40604C7FE0}"/>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5" name="Footer Placeholder 4">
            <a:extLst>
              <a:ext uri="{FF2B5EF4-FFF2-40B4-BE49-F238E27FC236}">
                <a16:creationId xmlns:a16="http://schemas.microsoft.com/office/drawing/2014/main" id="{054B1AAC-9689-AAE3-D3BD-DE4AF3D74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873E2-5B86-77D1-E060-CF7F44C2143A}"/>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1869606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8C0554-47A3-5246-275A-638CCB3064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BAA3BA-DE1B-FEAC-418A-1E960835BE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B61116-841C-8DDA-BF74-33EB38ADF493}"/>
              </a:ext>
            </a:extLst>
          </p:cNvPr>
          <p:cNvSpPr>
            <a:spLocks noGrp="1"/>
          </p:cNvSpPr>
          <p:nvPr>
            <p:ph type="dt" sz="half" idx="10"/>
          </p:nvPr>
        </p:nvSpPr>
        <p:spPr/>
        <p:txBody>
          <a:bodyPr/>
          <a:lstStyle/>
          <a:p>
            <a:fld id="{9B8BE4CA-3F6E-40F3-A5D8-288C8EABEC64}" type="datetimeFigureOut">
              <a:rPr lang="en-US" smtClean="0"/>
              <a:t>5/12/2025</a:t>
            </a:fld>
            <a:endParaRPr lang="en-US"/>
          </a:p>
        </p:txBody>
      </p:sp>
      <p:sp>
        <p:nvSpPr>
          <p:cNvPr id="5" name="Footer Placeholder 4">
            <a:extLst>
              <a:ext uri="{FF2B5EF4-FFF2-40B4-BE49-F238E27FC236}">
                <a16:creationId xmlns:a16="http://schemas.microsoft.com/office/drawing/2014/main" id="{BB45E526-5C5B-F0AF-6B7F-25A706B6C9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F72A1D-0DAF-9BDB-BF9C-C5AB31B0237F}"/>
              </a:ext>
            </a:extLst>
          </p:cNvPr>
          <p:cNvSpPr>
            <a:spLocks noGrp="1"/>
          </p:cNvSpPr>
          <p:nvPr>
            <p:ph type="sldNum" sz="quarter" idx="12"/>
          </p:nvPr>
        </p:nvSpPr>
        <p:spPr/>
        <p:txBody>
          <a:bodyPr/>
          <a:lstStyle/>
          <a:p>
            <a:fld id="{8930D83B-D74E-486A-8A82-9BD1A2E39EE7}" type="slidenum">
              <a:rPr lang="en-US" smtClean="0"/>
              <a:t>‹#›</a:t>
            </a:fld>
            <a:endParaRPr lang="en-US"/>
          </a:p>
        </p:txBody>
      </p:sp>
    </p:spTree>
    <p:extLst>
      <p:ext uri="{BB962C8B-B14F-4D97-AF65-F5344CB8AC3E}">
        <p14:creationId xmlns:p14="http://schemas.microsoft.com/office/powerpoint/2010/main" val="274146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7323BF-7D6F-CE12-0CBA-B443B44F29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224E06-9862-378B-A454-A7722D1EBB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5B6CFE-DB69-AFE6-167F-13A3C9885C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8BE4CA-3F6E-40F3-A5D8-288C8EABEC64}" type="datetimeFigureOut">
              <a:rPr lang="en-US" smtClean="0"/>
              <a:t>5/12/2025</a:t>
            </a:fld>
            <a:endParaRPr lang="en-US"/>
          </a:p>
        </p:txBody>
      </p:sp>
      <p:sp>
        <p:nvSpPr>
          <p:cNvPr id="5" name="Footer Placeholder 4">
            <a:extLst>
              <a:ext uri="{FF2B5EF4-FFF2-40B4-BE49-F238E27FC236}">
                <a16:creationId xmlns:a16="http://schemas.microsoft.com/office/drawing/2014/main" id="{5818DD3C-E928-BB69-1517-8ED4AB47AA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AE8EEB-0FFD-C10C-9EDC-6DC2AB1F1D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30D83B-D74E-486A-8A82-9BD1A2E39EE7}" type="slidenum">
              <a:rPr lang="en-US" smtClean="0"/>
              <a:t>‹#›</a:t>
            </a:fld>
            <a:endParaRPr lang="en-US"/>
          </a:p>
        </p:txBody>
      </p:sp>
    </p:spTree>
    <p:extLst>
      <p:ext uri="{BB962C8B-B14F-4D97-AF65-F5344CB8AC3E}">
        <p14:creationId xmlns:p14="http://schemas.microsoft.com/office/powerpoint/2010/main" val="2636756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Top view of cubes connected with black lines">
            <a:extLst>
              <a:ext uri="{FF2B5EF4-FFF2-40B4-BE49-F238E27FC236}">
                <a16:creationId xmlns:a16="http://schemas.microsoft.com/office/drawing/2014/main" id="{59FC5563-2ED9-1868-C55F-75870B6F1595}"/>
              </a:ext>
            </a:extLst>
          </p:cNvPr>
          <p:cNvPicPr>
            <a:picLocks noChangeAspect="1"/>
          </p:cNvPicPr>
          <p:nvPr/>
        </p:nvPicPr>
        <p:blipFill>
          <a:blip r:embed="rId2"/>
          <a:srcRect t="14571" b="10108"/>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85F958-E270-3D93-4E32-46F7B68A6186}"/>
              </a:ext>
            </a:extLst>
          </p:cNvPr>
          <p:cNvSpPr>
            <a:spLocks noGrp="1"/>
          </p:cNvSpPr>
          <p:nvPr>
            <p:ph type="ctrTitle"/>
          </p:nvPr>
        </p:nvSpPr>
        <p:spPr>
          <a:xfrm>
            <a:off x="859028" y="2155188"/>
            <a:ext cx="4160233" cy="2839273"/>
          </a:xfrm>
        </p:spPr>
        <p:txBody>
          <a:bodyPr>
            <a:normAutofit/>
          </a:bodyPr>
          <a:lstStyle/>
          <a:p>
            <a:pPr algn="l"/>
            <a:r>
              <a:rPr lang="en-US" sz="4000">
                <a:solidFill>
                  <a:srgbClr val="FFFFFF"/>
                </a:solidFill>
              </a:rPr>
              <a:t>Parallel &amp; Distributed Computing</a:t>
            </a:r>
            <a:br>
              <a:rPr lang="en-US" sz="4000">
                <a:solidFill>
                  <a:srgbClr val="FFFFFF"/>
                </a:solidFill>
              </a:rPr>
            </a:br>
            <a:br>
              <a:rPr lang="en-US" sz="4000">
                <a:solidFill>
                  <a:srgbClr val="FFFFFF"/>
                </a:solidFill>
              </a:rPr>
            </a:br>
            <a:r>
              <a:rPr lang="en-US" sz="4000">
                <a:solidFill>
                  <a:srgbClr val="FFFFFF"/>
                </a:solidFill>
              </a:rPr>
              <a:t>Lecture # 7</a:t>
            </a:r>
          </a:p>
        </p:txBody>
      </p:sp>
      <p:sp>
        <p:nvSpPr>
          <p:cNvPr id="3" name="Subtitle 2">
            <a:extLst>
              <a:ext uri="{FF2B5EF4-FFF2-40B4-BE49-F238E27FC236}">
                <a16:creationId xmlns:a16="http://schemas.microsoft.com/office/drawing/2014/main" id="{404A84D9-49DB-49AA-4641-6B0675E335E4}"/>
              </a:ext>
            </a:extLst>
          </p:cNvPr>
          <p:cNvSpPr>
            <a:spLocks noGrp="1"/>
          </p:cNvSpPr>
          <p:nvPr>
            <p:ph type="subTitle" idx="1"/>
          </p:nvPr>
        </p:nvSpPr>
        <p:spPr>
          <a:xfrm>
            <a:off x="859028" y="5166367"/>
            <a:ext cx="4160233" cy="850998"/>
          </a:xfrm>
        </p:spPr>
        <p:txBody>
          <a:bodyPr>
            <a:normAutofit/>
          </a:bodyPr>
          <a:lstStyle/>
          <a:p>
            <a:pPr algn="l"/>
            <a:r>
              <a:rPr lang="en-US" sz="2000">
                <a:solidFill>
                  <a:srgbClr val="FFFFFF"/>
                </a:solidFill>
              </a:rPr>
              <a:t>By,</a:t>
            </a:r>
          </a:p>
          <a:p>
            <a:pPr algn="l"/>
            <a:r>
              <a:rPr lang="en-US" sz="2000">
                <a:solidFill>
                  <a:srgbClr val="FFFFFF"/>
                </a:solidFill>
              </a:rPr>
              <a:t>Dr. Ali Akbar Siddique </a:t>
            </a:r>
          </a:p>
        </p:txBody>
      </p:sp>
    </p:spTree>
    <p:extLst>
      <p:ext uri="{BB962C8B-B14F-4D97-AF65-F5344CB8AC3E}">
        <p14:creationId xmlns:p14="http://schemas.microsoft.com/office/powerpoint/2010/main" val="4149281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5982D6-C3A1-B70A-CB54-908A97D2E3DB}"/>
              </a:ext>
            </a:extLst>
          </p:cNvPr>
          <p:cNvSpPr>
            <a:spLocks noGrp="1"/>
          </p:cNvSpPr>
          <p:nvPr>
            <p:ph type="title"/>
          </p:nvPr>
        </p:nvSpPr>
        <p:spPr>
          <a:xfrm>
            <a:off x="200416" y="350196"/>
            <a:ext cx="5711869" cy="1624520"/>
          </a:xfrm>
        </p:spPr>
        <p:txBody>
          <a:bodyPr anchor="ctr">
            <a:normAutofit/>
          </a:bodyPr>
          <a:lstStyle/>
          <a:p>
            <a:r>
              <a:rPr lang="en-US" sz="3400" dirty="0"/>
              <a:t>What is Cloud Computing and Distributed Frameworks?</a:t>
            </a:r>
          </a:p>
        </p:txBody>
      </p:sp>
      <p:sp>
        <p:nvSpPr>
          <p:cNvPr id="3" name="Content Placeholder 2">
            <a:extLst>
              <a:ext uri="{FF2B5EF4-FFF2-40B4-BE49-F238E27FC236}">
                <a16:creationId xmlns:a16="http://schemas.microsoft.com/office/drawing/2014/main" id="{0D2C4D65-5BC9-56AD-ACEA-B251BB0641CE}"/>
              </a:ext>
            </a:extLst>
          </p:cNvPr>
          <p:cNvSpPr>
            <a:spLocks noGrp="1"/>
          </p:cNvSpPr>
          <p:nvPr>
            <p:ph idx="1"/>
          </p:nvPr>
        </p:nvSpPr>
        <p:spPr>
          <a:xfrm>
            <a:off x="200416" y="2286000"/>
            <a:ext cx="5711869" cy="4070350"/>
          </a:xfrm>
        </p:spPr>
        <p:txBody>
          <a:bodyPr anchor="ctr">
            <a:normAutofit fontScale="92500" lnSpcReduction="10000"/>
          </a:bodyPr>
          <a:lstStyle/>
          <a:p>
            <a:pPr algn="just"/>
            <a:r>
              <a:rPr lang="en-US" sz="2400" dirty="0"/>
              <a:t>Cloud Computing: Cloud computing is a model that provides on-demand access to computing resources (like servers, storage, databases, networking, software, and analytics) over the internet. It allows users to leverage powerful resources without owning the physical infrastructure.</a:t>
            </a:r>
          </a:p>
          <a:p>
            <a:pPr algn="just"/>
            <a:r>
              <a:rPr lang="en-US" sz="2400" dirty="0"/>
              <a:t>Distributed Frameworks: Distributed frameworks are software architectures that allow multiple computers (nodes) to work together on a single task. These frameworks are designed to enable parallel processing, efficient resource utilization, and fault tolerance.</a:t>
            </a:r>
          </a:p>
        </p:txBody>
      </p:sp>
      <p:pic>
        <p:nvPicPr>
          <p:cNvPr id="5" name="Picture 4" descr="A 3D pattern of ring shapes connected by lines">
            <a:extLst>
              <a:ext uri="{FF2B5EF4-FFF2-40B4-BE49-F238E27FC236}">
                <a16:creationId xmlns:a16="http://schemas.microsoft.com/office/drawing/2014/main" id="{877CDCBB-5697-9E79-FED4-9276C86508DD}"/>
              </a:ext>
            </a:extLst>
          </p:cNvPr>
          <p:cNvPicPr>
            <a:picLocks noChangeAspect="1"/>
          </p:cNvPicPr>
          <p:nvPr/>
        </p:nvPicPr>
        <p:blipFill>
          <a:blip r:embed="rId2"/>
          <a:srcRect l="8611" r="41333"/>
          <a:stretch/>
        </p:blipFill>
        <p:spPr>
          <a:xfrm>
            <a:off x="6096000" y="1"/>
            <a:ext cx="6102825" cy="6858000"/>
          </a:xfrm>
          <a:prstGeom prst="rect">
            <a:avLst/>
          </a:prstGeom>
        </p:spPr>
      </p:pic>
    </p:spTree>
    <p:extLst>
      <p:ext uri="{BB962C8B-B14F-4D97-AF65-F5344CB8AC3E}">
        <p14:creationId xmlns:p14="http://schemas.microsoft.com/office/powerpoint/2010/main" val="4267088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FAAFE-37A9-062B-9719-87F2F1FC8D02}"/>
              </a:ext>
            </a:extLst>
          </p:cNvPr>
          <p:cNvSpPr>
            <a:spLocks noGrp="1"/>
          </p:cNvSpPr>
          <p:nvPr>
            <p:ph type="title"/>
          </p:nvPr>
        </p:nvSpPr>
        <p:spPr>
          <a:xfrm>
            <a:off x="5401056" y="1138036"/>
            <a:ext cx="6388607" cy="1402470"/>
          </a:xfrm>
        </p:spPr>
        <p:txBody>
          <a:bodyPr anchor="t">
            <a:normAutofit/>
          </a:bodyPr>
          <a:lstStyle/>
          <a:p>
            <a:r>
              <a:rPr lang="en-US" sz="3200" dirty="0"/>
              <a:t>Why Study Cloud Computing and Distributed Frameworks?</a:t>
            </a:r>
          </a:p>
        </p:txBody>
      </p:sp>
      <p:pic>
        <p:nvPicPr>
          <p:cNvPr id="5" name="Picture 4" descr="A 3D pattern of ring shapes connected by lines">
            <a:extLst>
              <a:ext uri="{FF2B5EF4-FFF2-40B4-BE49-F238E27FC236}">
                <a16:creationId xmlns:a16="http://schemas.microsoft.com/office/drawing/2014/main" id="{C7802970-916F-5F05-56F4-0D618338A4E3}"/>
              </a:ext>
            </a:extLst>
          </p:cNvPr>
          <p:cNvPicPr>
            <a:picLocks noChangeAspect="1"/>
          </p:cNvPicPr>
          <p:nvPr/>
        </p:nvPicPr>
        <p:blipFill>
          <a:blip r:embed="rId2"/>
          <a:srcRect l="12513" r="45236"/>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3F7A394-E275-BFFD-C588-B17662737047}"/>
              </a:ext>
            </a:extLst>
          </p:cNvPr>
          <p:cNvSpPr>
            <a:spLocks noGrp="1"/>
          </p:cNvSpPr>
          <p:nvPr>
            <p:ph idx="1"/>
          </p:nvPr>
        </p:nvSpPr>
        <p:spPr>
          <a:xfrm>
            <a:off x="5401056" y="2551176"/>
            <a:ext cx="6388607" cy="4105656"/>
          </a:xfrm>
        </p:spPr>
        <p:txBody>
          <a:bodyPr>
            <a:normAutofit lnSpcReduction="10000"/>
          </a:bodyPr>
          <a:lstStyle/>
          <a:p>
            <a:pPr algn="just"/>
            <a:r>
              <a:rPr lang="en-US" dirty="0"/>
              <a:t>Cloud computing and distributed frameworks are the backbone of modern technology, powering everything from social media and streaming services to data analytics and artificial intelligence.</a:t>
            </a:r>
          </a:p>
          <a:p>
            <a:pPr algn="just"/>
            <a:r>
              <a:rPr lang="en-US" dirty="0"/>
              <a:t>Understanding these technologies is crucial for anyone interested in high-performance computing, big data processing, and scalable software development.</a:t>
            </a:r>
          </a:p>
        </p:txBody>
      </p:sp>
    </p:spTree>
    <p:extLst>
      <p:ext uri="{BB962C8B-B14F-4D97-AF65-F5344CB8AC3E}">
        <p14:creationId xmlns:p14="http://schemas.microsoft.com/office/powerpoint/2010/main" val="1587317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B938EB4-6FBA-C496-3DB7-F333396807D6}"/>
              </a:ext>
            </a:extLst>
          </p:cNvPr>
          <p:cNvSpPr txBox="1"/>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lnSpc>
                <a:spcPct val="90000"/>
              </a:lnSpc>
              <a:spcBef>
                <a:spcPct val="0"/>
              </a:spcBef>
              <a:spcAft>
                <a:spcPts val="600"/>
              </a:spcAft>
            </a:pPr>
            <a:r>
              <a:rPr kumimoji="0" lang="en-US" sz="2600" b="0" i="0" u="sng" strike="noStrike" kern="1200" cap="none" spc="0" normalizeH="0" baseline="0" noProof="0">
                <a:ln>
                  <a:noFill/>
                </a:ln>
                <a:solidFill>
                  <a:srgbClr val="FFFFFF"/>
                </a:solidFill>
                <a:effectLst/>
                <a:uLnTx/>
                <a:uFillTx/>
                <a:latin typeface="+mj-lt"/>
                <a:ea typeface="+mj-ea"/>
                <a:cs typeface="+mj-cs"/>
              </a:rPr>
              <a:t>Cloud Computing </a:t>
            </a:r>
            <a:endParaRPr lang="en-US" sz="2600" u="sng" kern="1200">
              <a:solidFill>
                <a:srgbClr val="FFFFFF"/>
              </a:solidFill>
              <a:latin typeface="+mj-lt"/>
              <a:ea typeface="+mj-ea"/>
              <a:cs typeface="+mj-cs"/>
            </a:endParaRPr>
          </a:p>
        </p:txBody>
      </p:sp>
      <p:pic>
        <p:nvPicPr>
          <p:cNvPr id="1026" name="Picture 2" descr="AI and Computing Horizons: Cloud and Edge in the Modern Era">
            <a:extLst>
              <a:ext uri="{FF2B5EF4-FFF2-40B4-BE49-F238E27FC236}">
                <a16:creationId xmlns:a16="http://schemas.microsoft.com/office/drawing/2014/main" id="{77B68BFB-5236-E517-2487-AA4CF35AE7F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569013" y="454069"/>
            <a:ext cx="8506077" cy="5949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584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9C3DB1-4BC0-4608-0547-0C8119D934D4}"/>
              </a:ext>
            </a:extLst>
          </p:cNvPr>
          <p:cNvSpPr>
            <a:spLocks noGrp="1"/>
          </p:cNvSpPr>
          <p:nvPr>
            <p:ph type="title"/>
          </p:nvPr>
        </p:nvSpPr>
        <p:spPr>
          <a:xfrm>
            <a:off x="686834" y="1153572"/>
            <a:ext cx="3200400" cy="4461163"/>
          </a:xfrm>
        </p:spPr>
        <p:txBody>
          <a:bodyPr>
            <a:normAutofit/>
          </a:bodyPr>
          <a:lstStyle/>
          <a:p>
            <a:r>
              <a:rPr lang="en-US" sz="3700">
                <a:solidFill>
                  <a:srgbClr val="FFFFFF"/>
                </a:solidFill>
              </a:rPr>
              <a:t>Key Characteristics of Cloud Computing</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1">
            <a:extLst>
              <a:ext uri="{FF2B5EF4-FFF2-40B4-BE49-F238E27FC236}">
                <a16:creationId xmlns:a16="http://schemas.microsoft.com/office/drawing/2014/main" id="{4118E6FE-0A0A-E655-26CE-9AB42872B0FD}"/>
              </a:ext>
            </a:extLst>
          </p:cNvPr>
          <p:cNvSpPr>
            <a:spLocks noGrp="1" noChangeArrowheads="1"/>
          </p:cNvSpPr>
          <p:nvPr>
            <p:ph idx="1"/>
          </p:nvPr>
        </p:nvSpPr>
        <p:spPr bwMode="auto">
          <a:xfrm>
            <a:off x="4359058" y="0"/>
            <a:ext cx="6994741" cy="6858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342900" marR="0" lvl="0" indent="-342900" algn="just" defTabSz="914400" rtl="0" eaLnBrk="0" fontAlgn="base" latinLnBrk="0" hangingPunct="0">
              <a:spcBef>
                <a:spcPct val="0"/>
              </a:spcBef>
              <a:spcAft>
                <a:spcPts val="600"/>
              </a:spcAft>
              <a:buClrTx/>
              <a:buSzTx/>
              <a:buFont typeface="+mj-lt"/>
              <a:buAutoNum type="arabicPeriod"/>
              <a:tabLst/>
            </a:pPr>
            <a:r>
              <a:rPr kumimoji="0" lang="en-US" altLang="en-US" sz="1300" b="1" i="0" u="none" strike="noStrike" cap="none" normalizeH="0" baseline="0" dirty="0">
                <a:ln>
                  <a:noFill/>
                </a:ln>
                <a:effectLst/>
                <a:latin typeface="Arial" panose="020B0604020202020204" pitchFamily="34" charset="0"/>
              </a:rPr>
              <a:t>On-Demand Self-Service:</a:t>
            </a:r>
            <a:endParaRPr kumimoji="0" lang="en-US" altLang="en-US" sz="1300" b="0" i="0" u="none" strike="noStrike" cap="none" normalizeH="0" baseline="0" dirty="0">
              <a:ln>
                <a:noFill/>
              </a:ln>
              <a:effectLst/>
              <a:latin typeface="Arial" panose="020B0604020202020204" pitchFamily="34" charset="0"/>
            </a:endParaRPr>
          </a:p>
          <a:p>
            <a:pPr marL="463550" marR="0" lvl="0" indent="-231775" algn="just"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dirty="0">
                <a:ln>
                  <a:noFill/>
                </a:ln>
                <a:effectLst/>
                <a:latin typeface="Arial" panose="020B0604020202020204" pitchFamily="34" charset="0"/>
              </a:rPr>
              <a:t>Users can provision computing resources (like virtual machines, storage, and applications) without requiring human intervention.</a:t>
            </a:r>
          </a:p>
          <a:p>
            <a:pPr marL="463550" marR="0" lvl="0" indent="-231775" algn="just"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dirty="0">
                <a:ln>
                  <a:noFill/>
                </a:ln>
                <a:effectLst/>
                <a:latin typeface="Arial" panose="020B0604020202020204" pitchFamily="34" charset="0"/>
              </a:rPr>
              <a:t>Example: Users can deploy a virtual server on Amazon Web Services (AWS) with a few clicks.</a:t>
            </a:r>
          </a:p>
          <a:p>
            <a:pPr marL="231775" marR="0" lvl="0" indent="0" algn="just" defTabSz="914400" rtl="0" eaLnBrk="0" fontAlgn="base" latinLnBrk="0" hangingPunct="0">
              <a:spcBef>
                <a:spcPct val="0"/>
              </a:spcBef>
              <a:spcAft>
                <a:spcPts val="600"/>
              </a:spcAft>
              <a:buClrTx/>
              <a:buSzTx/>
              <a:buNone/>
              <a:tabLst/>
            </a:pPr>
            <a:endParaRPr kumimoji="0" lang="en-US" altLang="en-US" sz="1300" b="0" i="0" u="none" strike="noStrike" cap="none" normalizeH="0" baseline="0" dirty="0">
              <a:ln>
                <a:noFill/>
              </a:ln>
              <a:effectLst/>
              <a:latin typeface="Arial" panose="020B0604020202020204" pitchFamily="34" charset="0"/>
            </a:endParaRPr>
          </a:p>
          <a:p>
            <a:pPr marL="342900" marR="0" lvl="0" indent="-342900" algn="just" defTabSz="914400" rtl="0" eaLnBrk="0" fontAlgn="base" latinLnBrk="0" hangingPunct="0">
              <a:spcBef>
                <a:spcPct val="0"/>
              </a:spcBef>
              <a:spcAft>
                <a:spcPts val="600"/>
              </a:spcAft>
              <a:buClrTx/>
              <a:buSzTx/>
              <a:buFont typeface="+mj-lt"/>
              <a:buAutoNum type="arabicPeriod" startAt="2"/>
              <a:tabLst/>
            </a:pPr>
            <a:r>
              <a:rPr kumimoji="0" lang="en-US" altLang="en-US" sz="1300" b="1" i="0" u="none" strike="noStrike" cap="none" normalizeH="0" baseline="0" dirty="0">
                <a:ln>
                  <a:noFill/>
                </a:ln>
                <a:effectLst/>
                <a:latin typeface="Arial" panose="020B0604020202020204" pitchFamily="34" charset="0"/>
              </a:rPr>
              <a:t>Broad Network Access:</a:t>
            </a:r>
            <a:endParaRPr kumimoji="0" lang="en-US" altLang="en-US" sz="1300" b="0" i="0" u="none" strike="noStrike" cap="none" normalizeH="0" baseline="0" dirty="0">
              <a:ln>
                <a:noFill/>
              </a:ln>
              <a:effectLst/>
              <a:latin typeface="Arial" panose="020B0604020202020204" pitchFamily="34" charset="0"/>
            </a:endParaRPr>
          </a:p>
          <a:p>
            <a:pPr marL="463550" marR="0" lvl="0" indent="-231775" algn="just"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dirty="0">
                <a:ln>
                  <a:noFill/>
                </a:ln>
                <a:effectLst/>
                <a:latin typeface="Arial" panose="020B0604020202020204" pitchFamily="34" charset="0"/>
              </a:rPr>
              <a:t>Cloud services are accessible over the internet through various devices, including laptops, smartphones, and tablets.</a:t>
            </a:r>
          </a:p>
          <a:p>
            <a:pPr marL="463550" marR="0" lvl="0" indent="-231775" algn="just"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dirty="0">
                <a:ln>
                  <a:noFill/>
                </a:ln>
                <a:effectLst/>
                <a:latin typeface="Arial" panose="020B0604020202020204" pitchFamily="34" charset="0"/>
              </a:rPr>
              <a:t>Example: Accessing Google Drive files from any device.</a:t>
            </a:r>
          </a:p>
          <a:p>
            <a:pPr marL="231775" marR="0" lvl="0" indent="0" algn="just" defTabSz="914400" rtl="0" eaLnBrk="0" fontAlgn="base" latinLnBrk="0" hangingPunct="0">
              <a:spcBef>
                <a:spcPct val="0"/>
              </a:spcBef>
              <a:spcAft>
                <a:spcPts val="600"/>
              </a:spcAft>
              <a:buClrTx/>
              <a:buSzTx/>
              <a:buNone/>
              <a:tabLst/>
            </a:pPr>
            <a:endParaRPr kumimoji="0" lang="en-US" altLang="en-US" sz="1300" b="0" i="0" u="none" strike="noStrike" cap="none" normalizeH="0" baseline="0" dirty="0">
              <a:ln>
                <a:noFill/>
              </a:ln>
              <a:effectLst/>
              <a:latin typeface="Arial" panose="020B0604020202020204" pitchFamily="34" charset="0"/>
            </a:endParaRPr>
          </a:p>
          <a:p>
            <a:pPr marL="342900" marR="0" lvl="0" indent="-342900" algn="just" defTabSz="914400" rtl="0" eaLnBrk="0" fontAlgn="base" latinLnBrk="0" hangingPunct="0">
              <a:spcBef>
                <a:spcPct val="0"/>
              </a:spcBef>
              <a:spcAft>
                <a:spcPts val="600"/>
              </a:spcAft>
              <a:buClrTx/>
              <a:buSzTx/>
              <a:buFont typeface="+mj-lt"/>
              <a:buAutoNum type="arabicPeriod" startAt="3"/>
              <a:tabLst/>
            </a:pPr>
            <a:r>
              <a:rPr kumimoji="0" lang="en-US" altLang="en-US" sz="1300" b="1" i="0" u="none" strike="noStrike" cap="none" normalizeH="0" baseline="0" dirty="0">
                <a:ln>
                  <a:noFill/>
                </a:ln>
                <a:effectLst/>
                <a:latin typeface="Arial" panose="020B0604020202020204" pitchFamily="34" charset="0"/>
              </a:rPr>
              <a:t>Resource Pooling:</a:t>
            </a:r>
            <a:endParaRPr kumimoji="0" lang="en-US" altLang="en-US" sz="1300" b="0" i="0" u="none" strike="noStrike" cap="none" normalizeH="0" baseline="0" dirty="0">
              <a:ln>
                <a:noFill/>
              </a:ln>
              <a:effectLst/>
              <a:latin typeface="Arial" panose="020B0604020202020204" pitchFamily="34" charset="0"/>
            </a:endParaRPr>
          </a:p>
          <a:p>
            <a:pPr marL="463550" marR="0" lvl="0" indent="-231775" algn="just"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dirty="0">
                <a:ln>
                  <a:noFill/>
                </a:ln>
                <a:effectLst/>
                <a:latin typeface="Arial" panose="020B0604020202020204" pitchFamily="34" charset="0"/>
              </a:rPr>
              <a:t>Cloud providers use multi-tenant models to serve multiple customers using the same physical resources.</a:t>
            </a:r>
          </a:p>
          <a:p>
            <a:pPr marL="463550" marR="0" lvl="0" indent="-231775" algn="just"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dirty="0">
                <a:ln>
                  <a:noFill/>
                </a:ln>
                <a:effectLst/>
                <a:latin typeface="Arial" panose="020B0604020202020204" pitchFamily="34" charset="0"/>
              </a:rPr>
              <a:t>Example: Microsoft Azure uses a shared pool of servers to provide computing power to multiple users.</a:t>
            </a:r>
          </a:p>
          <a:p>
            <a:pPr marL="231775" marR="0" lvl="0" indent="0" algn="just" defTabSz="914400" rtl="0" eaLnBrk="0" fontAlgn="base" latinLnBrk="0" hangingPunct="0">
              <a:spcBef>
                <a:spcPct val="0"/>
              </a:spcBef>
              <a:spcAft>
                <a:spcPts val="600"/>
              </a:spcAft>
              <a:buClrTx/>
              <a:buSzTx/>
              <a:buNone/>
              <a:tabLst/>
            </a:pPr>
            <a:endParaRPr kumimoji="0" lang="en-US" altLang="en-US" sz="1300" b="0" i="0" u="none" strike="noStrike" cap="none" normalizeH="0" baseline="0" dirty="0">
              <a:ln>
                <a:noFill/>
              </a:ln>
              <a:effectLst/>
              <a:latin typeface="Arial" panose="020B0604020202020204" pitchFamily="34" charset="0"/>
            </a:endParaRPr>
          </a:p>
          <a:p>
            <a:pPr marL="342900" marR="0" lvl="0" indent="-342900" algn="just" defTabSz="914400" rtl="0" eaLnBrk="0" fontAlgn="base" latinLnBrk="0" hangingPunct="0">
              <a:spcBef>
                <a:spcPct val="0"/>
              </a:spcBef>
              <a:spcAft>
                <a:spcPts val="600"/>
              </a:spcAft>
              <a:buClrTx/>
              <a:buSzTx/>
              <a:buFont typeface="+mj-lt"/>
              <a:buAutoNum type="arabicPeriod" startAt="4"/>
              <a:tabLst/>
            </a:pPr>
            <a:r>
              <a:rPr kumimoji="0" lang="en-US" altLang="en-US" sz="1300" b="1" i="0" u="none" strike="noStrike" cap="none" normalizeH="0" baseline="0" dirty="0">
                <a:ln>
                  <a:noFill/>
                </a:ln>
                <a:effectLst/>
                <a:latin typeface="Arial" panose="020B0604020202020204" pitchFamily="34" charset="0"/>
              </a:rPr>
              <a:t>Rapid Elasticity:</a:t>
            </a:r>
            <a:endParaRPr kumimoji="0" lang="en-US" altLang="en-US" sz="1300" b="0" i="0" u="none" strike="noStrike" cap="none" normalizeH="0" baseline="0" dirty="0">
              <a:ln>
                <a:noFill/>
              </a:ln>
              <a:effectLst/>
              <a:latin typeface="Arial" panose="020B0604020202020204" pitchFamily="34" charset="0"/>
            </a:endParaRPr>
          </a:p>
          <a:p>
            <a:pPr marL="463550" marR="0" lvl="0" indent="-231775" algn="just" defTabSz="914400" rtl="0" eaLnBrk="0" fontAlgn="base" latinLnBrk="0" hangingPunct="0">
              <a:spcBef>
                <a:spcPct val="0"/>
              </a:spcBef>
              <a:spcAft>
                <a:spcPts val="600"/>
              </a:spcAft>
              <a:buClrTx/>
              <a:buSzTx/>
              <a:buFontTx/>
              <a:buChar char="•"/>
              <a:tabLst/>
            </a:pPr>
            <a:r>
              <a:rPr lang="en-US" altLang="en-US" sz="1300" dirty="0">
                <a:latin typeface="Arial" panose="020B0604020202020204" pitchFamily="34" charset="0"/>
              </a:rPr>
              <a:t>Resources can be quickly scaled up or down depending on user demand.</a:t>
            </a:r>
          </a:p>
          <a:p>
            <a:pPr marL="463550" marR="0" lvl="0" indent="-231775" algn="just" defTabSz="914400" rtl="0" eaLnBrk="0" fontAlgn="base" latinLnBrk="0" hangingPunct="0">
              <a:spcBef>
                <a:spcPct val="0"/>
              </a:spcBef>
              <a:spcAft>
                <a:spcPts val="600"/>
              </a:spcAft>
              <a:buClrTx/>
              <a:buSzTx/>
              <a:buFontTx/>
              <a:buChar char="•"/>
              <a:tabLst/>
            </a:pPr>
            <a:r>
              <a:rPr lang="en-US" altLang="en-US" sz="1300" dirty="0">
                <a:latin typeface="Arial" panose="020B0604020202020204" pitchFamily="34" charset="0"/>
              </a:rPr>
              <a:t>Example: Netflix scales its server capacity during peak hours to support more users.</a:t>
            </a:r>
          </a:p>
          <a:p>
            <a:pPr marL="231775" marR="0" lvl="0" indent="0" algn="just" defTabSz="914400" rtl="0" eaLnBrk="0" fontAlgn="base" latinLnBrk="0" hangingPunct="0">
              <a:spcBef>
                <a:spcPct val="0"/>
              </a:spcBef>
              <a:spcAft>
                <a:spcPts val="600"/>
              </a:spcAft>
              <a:buClrTx/>
              <a:buSzTx/>
              <a:buNone/>
              <a:tabLst/>
            </a:pPr>
            <a:endParaRPr lang="en-US" altLang="en-US" sz="1300" dirty="0">
              <a:latin typeface="Arial" panose="020B0604020202020204" pitchFamily="34" charset="0"/>
            </a:endParaRPr>
          </a:p>
          <a:p>
            <a:pPr marL="342900" marR="0" lvl="0" indent="-342900" algn="just" defTabSz="914400" rtl="0" eaLnBrk="0" fontAlgn="base" latinLnBrk="0" hangingPunct="0">
              <a:spcBef>
                <a:spcPct val="0"/>
              </a:spcBef>
              <a:spcAft>
                <a:spcPts val="600"/>
              </a:spcAft>
              <a:buClrTx/>
              <a:buSzTx/>
              <a:buFont typeface="+mj-lt"/>
              <a:buAutoNum type="arabicPeriod" startAt="5"/>
              <a:tabLst/>
            </a:pPr>
            <a:r>
              <a:rPr kumimoji="0" lang="en-US" altLang="en-US" sz="1300" b="1" i="0" u="none" strike="noStrike" cap="none" normalizeH="0" baseline="0" dirty="0">
                <a:ln>
                  <a:noFill/>
                </a:ln>
                <a:effectLst/>
                <a:latin typeface="Arial" panose="020B0604020202020204" pitchFamily="34" charset="0"/>
              </a:rPr>
              <a:t>Measured Service:</a:t>
            </a:r>
            <a:endParaRPr kumimoji="0" lang="en-US" altLang="en-US" sz="1300" b="0" i="0" u="none" strike="noStrike" cap="none" normalizeH="0" baseline="0" dirty="0">
              <a:ln>
                <a:noFill/>
              </a:ln>
              <a:effectLst/>
              <a:latin typeface="Arial" panose="020B0604020202020204" pitchFamily="34" charset="0"/>
            </a:endParaRPr>
          </a:p>
          <a:p>
            <a:pPr marL="463550" marR="0" lvl="0" indent="-231775" algn="just"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dirty="0">
                <a:ln>
                  <a:noFill/>
                </a:ln>
                <a:effectLst/>
                <a:latin typeface="Arial" panose="020B0604020202020204" pitchFamily="34" charset="0"/>
              </a:rPr>
              <a:t>Resource usage is monitored and billed on a pay-as-you-go or subscription basis.</a:t>
            </a:r>
          </a:p>
          <a:p>
            <a:pPr marL="463550" marR="0" lvl="0" indent="-231775" algn="just"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dirty="0">
                <a:ln>
                  <a:noFill/>
                </a:ln>
                <a:effectLst/>
                <a:latin typeface="Arial" panose="020B0604020202020204" pitchFamily="34" charset="0"/>
              </a:rPr>
              <a:t>Example: Users are billed for the amount of cloud storage or computing power they consume.</a:t>
            </a:r>
          </a:p>
          <a:p>
            <a:pPr marL="0" marR="0" lvl="0" indent="0" defTabSz="914400" rtl="0" eaLnBrk="0" fontAlgn="base" latinLnBrk="0" hangingPunct="0">
              <a:spcBef>
                <a:spcPct val="0"/>
              </a:spcBef>
              <a:spcAft>
                <a:spcPts val="600"/>
              </a:spcAft>
              <a:buClrTx/>
              <a:buSzTx/>
              <a:buFontTx/>
              <a:buNone/>
              <a:tabLst/>
            </a:pPr>
            <a:endParaRPr kumimoji="0" lang="en-US" altLang="en-US" sz="11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975758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0B040-F460-D19B-2B11-69982EA583B6}"/>
              </a:ext>
            </a:extLst>
          </p:cNvPr>
          <p:cNvSpPr>
            <a:spLocks noGrp="1"/>
          </p:cNvSpPr>
          <p:nvPr>
            <p:ph type="title"/>
          </p:nvPr>
        </p:nvSpPr>
        <p:spPr>
          <a:xfrm>
            <a:off x="5868557" y="316602"/>
            <a:ext cx="5444382" cy="1402470"/>
          </a:xfrm>
        </p:spPr>
        <p:txBody>
          <a:bodyPr anchor="t">
            <a:normAutofit/>
          </a:bodyPr>
          <a:lstStyle/>
          <a:p>
            <a:pPr algn="just"/>
            <a:r>
              <a:rPr lang="en-US" sz="4000" dirty="0"/>
              <a:t>How Cloud Computing Works:</a:t>
            </a:r>
            <a:r>
              <a:rPr lang="en-US" sz="3200" dirty="0"/>
              <a:t>	</a:t>
            </a:r>
          </a:p>
        </p:txBody>
      </p:sp>
      <p:pic>
        <p:nvPicPr>
          <p:cNvPr id="6" name="Picture 5" descr="Mobile device with apps">
            <a:extLst>
              <a:ext uri="{FF2B5EF4-FFF2-40B4-BE49-F238E27FC236}">
                <a16:creationId xmlns:a16="http://schemas.microsoft.com/office/drawing/2014/main" id="{91D53884-379D-94A7-37EE-F9423282DB09}"/>
              </a:ext>
            </a:extLst>
          </p:cNvPr>
          <p:cNvPicPr>
            <a:picLocks noChangeAspect="1"/>
          </p:cNvPicPr>
          <p:nvPr/>
        </p:nvPicPr>
        <p:blipFill>
          <a:blip r:embed="rId2"/>
          <a:srcRect l="48660" r="9089"/>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5C1B0A-1A7C-2142-B961-5FEAC8120C36}"/>
              </a:ext>
            </a:extLst>
          </p:cNvPr>
          <p:cNvSpPr>
            <a:spLocks noGrp="1"/>
          </p:cNvSpPr>
          <p:nvPr>
            <p:ph idx="1"/>
          </p:nvPr>
        </p:nvSpPr>
        <p:spPr>
          <a:xfrm>
            <a:off x="5868557" y="1621536"/>
            <a:ext cx="5444382" cy="4919858"/>
          </a:xfrm>
        </p:spPr>
        <p:txBody>
          <a:bodyPr>
            <a:normAutofit fontScale="92500"/>
          </a:bodyPr>
          <a:lstStyle/>
          <a:p>
            <a:pPr algn="just"/>
            <a:r>
              <a:rPr lang="en-US" sz="3200" b="1" dirty="0"/>
              <a:t>User Interaction</a:t>
            </a:r>
            <a:r>
              <a:rPr lang="en-US" sz="3200" dirty="0"/>
              <a:t>: Users access cloud services through a web browser or a dedicated application.</a:t>
            </a:r>
          </a:p>
          <a:p>
            <a:pPr algn="just"/>
            <a:r>
              <a:rPr lang="en-US" sz="3200" b="1" dirty="0"/>
              <a:t>Service Delivery</a:t>
            </a:r>
            <a:r>
              <a:rPr lang="en-US" sz="3200" dirty="0"/>
              <a:t>: Cloud providers manage and maintain the underlying infrastructure.</a:t>
            </a:r>
          </a:p>
          <a:p>
            <a:pPr algn="just"/>
            <a:r>
              <a:rPr lang="en-US" sz="3200" b="1" dirty="0"/>
              <a:t>Resource Allocation</a:t>
            </a:r>
            <a:r>
              <a:rPr lang="en-US" sz="3200" dirty="0"/>
              <a:t>: Virtual resources are allocated based on user requirements.</a:t>
            </a:r>
          </a:p>
        </p:txBody>
      </p:sp>
    </p:spTree>
    <p:extLst>
      <p:ext uri="{BB962C8B-B14F-4D97-AF65-F5344CB8AC3E}">
        <p14:creationId xmlns:p14="http://schemas.microsoft.com/office/powerpoint/2010/main" val="1765591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25EDD41-B622-592F-0DB6-48F410C67D1F}"/>
              </a:ext>
            </a:extLst>
          </p:cNvPr>
          <p:cNvPicPr>
            <a:picLocks noChangeAspect="1"/>
          </p:cNvPicPr>
          <p:nvPr/>
        </p:nvPicPr>
        <p:blipFill>
          <a:blip r:embed="rId2"/>
          <a:srcRect l="13920" r="7191"/>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EEC103-96CA-A648-1202-63DA2F3578A5}"/>
              </a:ext>
            </a:extLst>
          </p:cNvPr>
          <p:cNvSpPr>
            <a:spLocks noGrp="1"/>
          </p:cNvSpPr>
          <p:nvPr>
            <p:ph type="title"/>
          </p:nvPr>
        </p:nvSpPr>
        <p:spPr>
          <a:xfrm>
            <a:off x="6115317" y="405685"/>
            <a:ext cx="5464968" cy="1559301"/>
          </a:xfrm>
        </p:spPr>
        <p:txBody>
          <a:bodyPr>
            <a:normAutofit/>
          </a:bodyPr>
          <a:lstStyle/>
          <a:p>
            <a:r>
              <a:rPr lang="en-US" sz="4000" b="1" dirty="0"/>
              <a:t>Types of Cloud Environments:</a:t>
            </a:r>
            <a:endParaRPr lang="en-US" sz="4000" dirty="0"/>
          </a:p>
        </p:txBody>
      </p:sp>
      <p:sp>
        <p:nvSpPr>
          <p:cNvPr id="4" name="Rectangle 1">
            <a:extLst>
              <a:ext uri="{FF2B5EF4-FFF2-40B4-BE49-F238E27FC236}">
                <a16:creationId xmlns:a16="http://schemas.microsoft.com/office/drawing/2014/main" id="{02346ED5-2A27-2E26-2999-0FA6ABFA0B6C}"/>
              </a:ext>
            </a:extLst>
          </p:cNvPr>
          <p:cNvSpPr>
            <a:spLocks noGrp="1" noChangeArrowheads="1"/>
          </p:cNvSpPr>
          <p:nvPr>
            <p:ph idx="1"/>
          </p:nvPr>
        </p:nvSpPr>
        <p:spPr bwMode="auto">
          <a:xfrm>
            <a:off x="5952458" y="2285999"/>
            <a:ext cx="5897163" cy="457200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sz="1400" b="1" i="0" u="none" strike="noStrike" cap="none" normalizeH="0" baseline="0" dirty="0">
                <a:ln>
                  <a:noFill/>
                </a:ln>
                <a:effectLst/>
                <a:latin typeface="Arial" panose="020B0604020202020204" pitchFamily="34" charset="0"/>
              </a:rPr>
              <a:t>Public Cloud:</a:t>
            </a:r>
            <a:r>
              <a:rPr kumimoji="0" lang="en-US" altLang="en-US" sz="1400" b="0" i="0" u="none" strike="noStrike" cap="none" normalizeH="0" baseline="0" dirty="0">
                <a:ln>
                  <a:noFill/>
                </a:ln>
                <a:effectLst/>
                <a:latin typeface="Arial" panose="020B0604020202020204" pitchFamily="34" charset="0"/>
              </a:rPr>
              <a:t> Services are delivered over the internet and are accessible to anyone.</a:t>
            </a:r>
          </a:p>
          <a:p>
            <a:pPr marL="463550" eaLnBrk="0" fontAlgn="base" hangingPunct="0">
              <a:spcBef>
                <a:spcPct val="0"/>
              </a:spcBef>
              <a:spcAft>
                <a:spcPts val="600"/>
              </a:spcAft>
            </a:pPr>
            <a:r>
              <a:rPr kumimoji="0" lang="en-US" altLang="en-US" sz="1400" b="0" i="0" u="none" strike="noStrike" cap="none" normalizeH="0" baseline="0" dirty="0">
                <a:ln>
                  <a:noFill/>
                </a:ln>
                <a:effectLst/>
                <a:latin typeface="Arial" panose="020B0604020202020204" pitchFamily="34" charset="0"/>
              </a:rPr>
              <a:t>Example: Google Cloud Platform (GCP), Amazon Web Services (AWS).</a:t>
            </a:r>
          </a:p>
          <a:p>
            <a:pPr marL="234950" indent="0" eaLnBrk="0" fontAlgn="base" hangingPunct="0">
              <a:spcBef>
                <a:spcPct val="0"/>
              </a:spcBef>
              <a:spcAft>
                <a:spcPts val="600"/>
              </a:spcAft>
              <a:buNone/>
            </a:pPr>
            <a:endParaRPr kumimoji="0" lang="en-US" altLang="en-US" sz="1400" b="0" i="0" u="none" strike="noStrike" cap="none" normalizeH="0" baseline="0" dirty="0">
              <a:ln>
                <a:noFill/>
              </a:ln>
              <a:effectLst/>
              <a:latin typeface="Arial" panose="020B0604020202020204" pitchFamily="34" charset="0"/>
            </a:endParaRPr>
          </a:p>
          <a:p>
            <a:pPr marL="457200" marR="0" lvl="0" indent="-457200" defTabSz="914400" rtl="0" eaLnBrk="0" fontAlgn="base" latinLnBrk="0" hangingPunct="0">
              <a:spcBef>
                <a:spcPct val="0"/>
              </a:spcBef>
              <a:spcAft>
                <a:spcPts val="600"/>
              </a:spcAft>
              <a:buClrTx/>
              <a:buSzTx/>
              <a:buFont typeface="+mj-lt"/>
              <a:buAutoNum type="arabicPeriod" startAt="2"/>
              <a:tabLst/>
            </a:pPr>
            <a:r>
              <a:rPr kumimoji="0" lang="en-US" altLang="en-US" sz="1400" b="1" i="0" u="none" strike="noStrike" cap="none" normalizeH="0" baseline="0" dirty="0">
                <a:ln>
                  <a:noFill/>
                </a:ln>
                <a:effectLst/>
                <a:latin typeface="Arial" panose="020B0604020202020204" pitchFamily="34" charset="0"/>
              </a:rPr>
              <a:t>Private Cloud:</a:t>
            </a:r>
            <a:r>
              <a:rPr kumimoji="0" lang="en-US" altLang="en-US" sz="1400" b="0" i="0" u="none" strike="noStrike" cap="none" normalizeH="0" baseline="0" dirty="0">
                <a:ln>
                  <a:noFill/>
                </a:ln>
                <a:effectLst/>
                <a:latin typeface="Arial" panose="020B0604020202020204" pitchFamily="34" charset="0"/>
              </a:rPr>
              <a:t> Cloud infrastructure is dedicated to a single organization, providing more control and security.</a:t>
            </a:r>
          </a:p>
          <a:p>
            <a:pPr marL="463550" indent="-231775" eaLnBrk="0" fontAlgn="base" hangingPunct="0">
              <a:spcBef>
                <a:spcPct val="0"/>
              </a:spcBef>
              <a:spcAft>
                <a:spcPts val="600"/>
              </a:spcAft>
            </a:pPr>
            <a:r>
              <a:rPr lang="en-US" altLang="en-US" sz="1400" dirty="0">
                <a:latin typeface="Arial" panose="020B0604020202020204" pitchFamily="34" charset="0"/>
              </a:rPr>
              <a:t>Example: An organization’s internal cloud data center.</a:t>
            </a:r>
          </a:p>
          <a:p>
            <a:pPr marL="231775" indent="0" eaLnBrk="0" fontAlgn="base" hangingPunct="0">
              <a:spcBef>
                <a:spcPct val="0"/>
              </a:spcBef>
              <a:spcAft>
                <a:spcPts val="600"/>
              </a:spcAft>
              <a:buNone/>
            </a:pPr>
            <a:endParaRPr lang="en-US" altLang="en-US" sz="1400" dirty="0">
              <a:latin typeface="Arial" panose="020B0604020202020204" pitchFamily="34" charset="0"/>
            </a:endParaRPr>
          </a:p>
          <a:p>
            <a:pPr marL="457200" marR="0" lvl="0" indent="-457200" defTabSz="914400" rtl="0" eaLnBrk="0" fontAlgn="base" latinLnBrk="0" hangingPunct="0">
              <a:spcBef>
                <a:spcPct val="0"/>
              </a:spcBef>
              <a:spcAft>
                <a:spcPts val="600"/>
              </a:spcAft>
              <a:buClrTx/>
              <a:buSzTx/>
              <a:buFont typeface="+mj-lt"/>
              <a:buAutoNum type="arabicPeriod" startAt="3"/>
              <a:tabLst/>
            </a:pPr>
            <a:r>
              <a:rPr kumimoji="0" lang="en-US" altLang="en-US" sz="1400" b="1" i="0" u="none" strike="noStrike" cap="none" normalizeH="0" baseline="0" dirty="0">
                <a:ln>
                  <a:noFill/>
                </a:ln>
                <a:effectLst/>
                <a:latin typeface="Arial" panose="020B0604020202020204" pitchFamily="34" charset="0"/>
              </a:rPr>
              <a:t>Hybrid Cloud:</a:t>
            </a:r>
            <a:r>
              <a:rPr kumimoji="0" lang="en-US" altLang="en-US" sz="1400" b="0" i="0" u="none" strike="noStrike" cap="none" normalizeH="0" baseline="0" dirty="0">
                <a:ln>
                  <a:noFill/>
                </a:ln>
                <a:effectLst/>
                <a:latin typeface="Arial" panose="020B0604020202020204" pitchFamily="34" charset="0"/>
              </a:rPr>
              <a:t> Combines public and private cloud environments, allowing data and applications to be shared between them.</a:t>
            </a:r>
          </a:p>
          <a:p>
            <a:pPr marL="463550" eaLnBrk="0" fontAlgn="base" hangingPunct="0">
              <a:spcBef>
                <a:spcPct val="0"/>
              </a:spcBef>
              <a:spcAft>
                <a:spcPts val="600"/>
              </a:spcAft>
            </a:pPr>
            <a:r>
              <a:rPr kumimoji="0" lang="en-US" altLang="en-US" sz="1400" b="0" i="0" u="none" strike="noStrike" cap="none" normalizeH="0" baseline="0" dirty="0">
                <a:ln>
                  <a:noFill/>
                </a:ln>
                <a:effectLst/>
                <a:latin typeface="Arial" panose="020B0604020202020204" pitchFamily="34" charset="0"/>
              </a:rPr>
              <a:t>Example: A company using both AWS for public cloud storage and a private cloud for sensitive data.</a:t>
            </a:r>
          </a:p>
          <a:p>
            <a:pPr marL="234950" indent="0" eaLnBrk="0" fontAlgn="base" hangingPunct="0">
              <a:spcBef>
                <a:spcPct val="0"/>
              </a:spcBef>
              <a:spcAft>
                <a:spcPts val="600"/>
              </a:spcAft>
              <a:buNone/>
            </a:pPr>
            <a:endParaRPr kumimoji="0" lang="en-US" altLang="en-US" sz="1400" b="0" i="0" u="none" strike="noStrike" cap="none" normalizeH="0" baseline="0" dirty="0">
              <a:ln>
                <a:noFill/>
              </a:ln>
              <a:effectLst/>
              <a:latin typeface="Arial" panose="020B0604020202020204" pitchFamily="34" charset="0"/>
            </a:endParaRPr>
          </a:p>
          <a:p>
            <a:pPr marL="457200" marR="0" lvl="0" indent="-457200" defTabSz="914400" rtl="0" eaLnBrk="0" fontAlgn="base" latinLnBrk="0" hangingPunct="0">
              <a:spcBef>
                <a:spcPct val="0"/>
              </a:spcBef>
              <a:spcAft>
                <a:spcPts val="600"/>
              </a:spcAft>
              <a:buClrTx/>
              <a:buSzTx/>
              <a:buFont typeface="+mj-lt"/>
              <a:buAutoNum type="arabicPeriod" startAt="4"/>
              <a:tabLst/>
            </a:pPr>
            <a:r>
              <a:rPr kumimoji="0" lang="en-US" altLang="en-US" sz="1400" b="1" i="0" u="none" strike="noStrike" cap="none" normalizeH="0" baseline="0" dirty="0">
                <a:ln>
                  <a:noFill/>
                </a:ln>
                <a:effectLst/>
                <a:latin typeface="Arial" panose="020B0604020202020204" pitchFamily="34" charset="0"/>
              </a:rPr>
              <a:t>Multi-Cloud:</a:t>
            </a:r>
            <a:r>
              <a:rPr kumimoji="0" lang="en-US" altLang="en-US" sz="1400" b="0" i="0" u="none" strike="noStrike" cap="none" normalizeH="0" baseline="0" dirty="0">
                <a:ln>
                  <a:noFill/>
                </a:ln>
                <a:effectLst/>
                <a:latin typeface="Arial" panose="020B0604020202020204" pitchFamily="34" charset="0"/>
              </a:rPr>
              <a:t> The use of multiple cloud providers (like AWS, Azure, and Google Cloud) to avoid vendor lock-in.</a:t>
            </a:r>
          </a:p>
        </p:txBody>
      </p:sp>
    </p:spTree>
    <p:extLst>
      <p:ext uri="{BB962C8B-B14F-4D97-AF65-F5344CB8AC3E}">
        <p14:creationId xmlns:p14="http://schemas.microsoft.com/office/powerpoint/2010/main" val="3493529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1" name="Rectangle 51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Rectangle 51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5" name="Rectangle 51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7" name="Rectangle 51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F8668E-F49B-C2AF-3B48-303F7D8AD795}"/>
              </a:ext>
            </a:extLst>
          </p:cNvPr>
          <p:cNvSpPr>
            <a:spLocks noGrp="1"/>
          </p:cNvSpPr>
          <p:nvPr>
            <p:ph type="title"/>
          </p:nvPr>
        </p:nvSpPr>
        <p:spPr>
          <a:xfrm>
            <a:off x="699713" y="248038"/>
            <a:ext cx="7429143" cy="1159200"/>
          </a:xfrm>
        </p:spPr>
        <p:txBody>
          <a:bodyPr vert="horz" lIns="91440" tIns="45720" rIns="91440" bIns="45720" rtlCol="0" anchor="ctr">
            <a:normAutofit/>
          </a:bodyPr>
          <a:lstStyle/>
          <a:p>
            <a:pPr algn="ctr"/>
            <a:r>
              <a:rPr lang="en-US" sz="4000" kern="1200" dirty="0">
                <a:solidFill>
                  <a:srgbClr val="FFFFFF"/>
                </a:solidFill>
                <a:latin typeface="+mj-lt"/>
                <a:ea typeface="+mj-ea"/>
                <a:cs typeface="+mj-cs"/>
              </a:rPr>
              <a:t>Private Vs Public Cloud</a:t>
            </a:r>
          </a:p>
        </p:txBody>
      </p:sp>
      <p:pic>
        <p:nvPicPr>
          <p:cNvPr id="5126" name="Picture 6" descr="Private Cloud Architecture: A Complete Overview | TierPoint">
            <a:extLst>
              <a:ext uri="{FF2B5EF4-FFF2-40B4-BE49-F238E27FC236}">
                <a16:creationId xmlns:a16="http://schemas.microsoft.com/office/drawing/2014/main" id="{1DFA7C72-5424-6A1B-7404-A9F7518CDA0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1574311"/>
            <a:ext cx="12191999" cy="5259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5799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0C3B66-C855-1436-578D-0B1AFEF8423C}"/>
              </a:ext>
            </a:extLst>
          </p:cNvPr>
          <p:cNvSpPr>
            <a:spLocks noGrp="1"/>
          </p:cNvSpPr>
          <p:nvPr>
            <p:ph type="title"/>
          </p:nvPr>
        </p:nvSpPr>
        <p:spPr>
          <a:xfrm>
            <a:off x="761803" y="350196"/>
            <a:ext cx="4646904" cy="1624520"/>
          </a:xfrm>
        </p:spPr>
        <p:txBody>
          <a:bodyPr anchor="ctr">
            <a:normAutofit/>
          </a:bodyPr>
          <a:lstStyle/>
          <a:p>
            <a:r>
              <a:rPr lang="en-US" sz="4000"/>
              <a:t>Cloud Service Models</a:t>
            </a:r>
          </a:p>
        </p:txBody>
      </p:sp>
      <p:sp>
        <p:nvSpPr>
          <p:cNvPr id="3" name="Content Placeholder 2">
            <a:extLst>
              <a:ext uri="{FF2B5EF4-FFF2-40B4-BE49-F238E27FC236}">
                <a16:creationId xmlns:a16="http://schemas.microsoft.com/office/drawing/2014/main" id="{3A282968-93FF-E1FC-BF8B-480CC9174287}"/>
              </a:ext>
            </a:extLst>
          </p:cNvPr>
          <p:cNvSpPr>
            <a:spLocks noGrp="1"/>
          </p:cNvSpPr>
          <p:nvPr>
            <p:ph idx="1"/>
          </p:nvPr>
        </p:nvSpPr>
        <p:spPr>
          <a:xfrm>
            <a:off x="761802" y="2084832"/>
            <a:ext cx="4646905" cy="4271517"/>
          </a:xfrm>
        </p:spPr>
        <p:txBody>
          <a:bodyPr anchor="ctr">
            <a:normAutofit/>
          </a:bodyPr>
          <a:lstStyle/>
          <a:p>
            <a:pPr algn="just"/>
            <a:r>
              <a:rPr lang="en-US" sz="2000" dirty="0"/>
              <a:t>Cloud computing services are categorized into three main models: Infrastructure as a Service (IaaS), Platform as a Service (PaaS), and Software as a Service (SaaS). These models define the level of control and management provided to users.</a:t>
            </a:r>
          </a:p>
        </p:txBody>
      </p:sp>
      <p:pic>
        <p:nvPicPr>
          <p:cNvPr id="5" name="Picture 4" descr="A 3D pattern of ring shapes connected by lines">
            <a:extLst>
              <a:ext uri="{FF2B5EF4-FFF2-40B4-BE49-F238E27FC236}">
                <a16:creationId xmlns:a16="http://schemas.microsoft.com/office/drawing/2014/main" id="{B857F9EC-E9A1-789A-EB8F-15F2B2DC13F1}"/>
              </a:ext>
            </a:extLst>
          </p:cNvPr>
          <p:cNvPicPr>
            <a:picLocks noChangeAspect="1"/>
          </p:cNvPicPr>
          <p:nvPr/>
        </p:nvPicPr>
        <p:blipFill>
          <a:blip r:embed="rId2"/>
          <a:srcRect l="8611" r="41333"/>
          <a:stretch/>
        </p:blipFill>
        <p:spPr>
          <a:xfrm>
            <a:off x="6096000" y="1"/>
            <a:ext cx="6102825" cy="6858000"/>
          </a:xfrm>
          <a:prstGeom prst="rect">
            <a:avLst/>
          </a:prstGeom>
        </p:spPr>
      </p:pic>
    </p:spTree>
    <p:extLst>
      <p:ext uri="{BB962C8B-B14F-4D97-AF65-F5344CB8AC3E}">
        <p14:creationId xmlns:p14="http://schemas.microsoft.com/office/powerpoint/2010/main" val="3667222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92234A-6E16-01F2-9B30-23C0C84F5CD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34641F-2036-24F9-7FBE-3E791A11E127}"/>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Infrastructure as a Service (IaaS):</a:t>
            </a:r>
          </a:p>
        </p:txBody>
      </p:sp>
      <p:sp>
        <p:nvSpPr>
          <p:cNvPr id="4" name="Rectangle 1">
            <a:extLst>
              <a:ext uri="{FF2B5EF4-FFF2-40B4-BE49-F238E27FC236}">
                <a16:creationId xmlns:a16="http://schemas.microsoft.com/office/drawing/2014/main" id="{AD9E6927-C9A0-3F5F-0D32-4279F304B1A2}"/>
              </a:ext>
            </a:extLst>
          </p:cNvPr>
          <p:cNvSpPr>
            <a:spLocks noGrp="1" noChangeArrowheads="1"/>
          </p:cNvSpPr>
          <p:nvPr>
            <p:ph idx="1"/>
          </p:nvPr>
        </p:nvSpPr>
        <p:spPr bwMode="auto">
          <a:xfrm>
            <a:off x="4134810" y="10138"/>
            <a:ext cx="7877649" cy="683772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Definition:</a:t>
            </a:r>
            <a:r>
              <a:rPr kumimoji="0" lang="en-US" altLang="en-US" sz="2000" b="0" i="0" u="none" strike="noStrike" cap="none" normalizeH="0" baseline="0" dirty="0">
                <a:ln>
                  <a:noFill/>
                </a:ln>
                <a:effectLst/>
                <a:latin typeface="Arial" panose="020B0604020202020204" pitchFamily="34" charset="0"/>
              </a:rPr>
              <a:t> Provides virtualized computing resources over the internet.</a:t>
            </a:r>
          </a:p>
          <a:p>
            <a:pPr marL="457200" marR="0" lvl="0" indent="-457200" defTabSz="914400" rtl="0" eaLnBrk="0" fontAlgn="base" latinLnBrk="0" hangingPunct="0">
              <a:spcBef>
                <a:spcPct val="0"/>
              </a:spcBef>
              <a:spcAft>
                <a:spcPts val="600"/>
              </a:spcAft>
              <a:buClrTx/>
              <a:buSzTx/>
              <a:buFont typeface="+mj-lt"/>
              <a:buAutoNum type="arabicPeriod"/>
              <a:tabLst/>
            </a:pPr>
            <a:endParaRPr kumimoji="0" lang="en-US" altLang="en-US" sz="2000" b="0" i="0" u="none" strike="noStrike" cap="none" normalizeH="0" baseline="0" dirty="0">
              <a:ln>
                <a:noFill/>
              </a:ln>
              <a:effectLst/>
              <a:latin typeface="Arial" panose="020B0604020202020204" pitchFamily="34" charset="0"/>
            </a:endParaRPr>
          </a:p>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What it Offers:</a:t>
            </a:r>
            <a:r>
              <a:rPr kumimoji="0" lang="en-US" altLang="en-US" sz="2000" b="0" i="0" u="none" strike="noStrike" cap="none" normalizeH="0" baseline="0" dirty="0">
                <a:ln>
                  <a:noFill/>
                </a:ln>
                <a:effectLst/>
                <a:latin typeface="Arial" panose="020B0604020202020204" pitchFamily="34" charset="0"/>
              </a:rPr>
              <a:t> Virtual machines, storage, networks, and operating systems.</a:t>
            </a:r>
          </a:p>
          <a:p>
            <a:pPr marL="457200" marR="0" lvl="0" indent="-457200" defTabSz="914400" rtl="0" eaLnBrk="0" fontAlgn="base" latinLnBrk="0" hangingPunct="0">
              <a:spcBef>
                <a:spcPct val="0"/>
              </a:spcBef>
              <a:spcAft>
                <a:spcPts val="600"/>
              </a:spcAft>
              <a:buClrTx/>
              <a:buSzTx/>
              <a:buFont typeface="+mj-lt"/>
              <a:buAutoNum type="arabicPeriod"/>
              <a:tabLst/>
            </a:pPr>
            <a:endParaRPr kumimoji="0" lang="en-US" altLang="en-US" sz="2000" b="0" i="0" u="none" strike="noStrike" cap="none" normalizeH="0" baseline="0" dirty="0">
              <a:ln>
                <a:noFill/>
              </a:ln>
              <a:effectLst/>
              <a:latin typeface="Arial" panose="020B0604020202020204" pitchFamily="34" charset="0"/>
            </a:endParaRPr>
          </a:p>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User Responsibility:</a:t>
            </a:r>
            <a:r>
              <a:rPr kumimoji="0" lang="en-US" altLang="en-US" sz="2000" b="0" i="0" u="none" strike="noStrike" cap="none" normalizeH="0" baseline="0" dirty="0">
                <a:ln>
                  <a:noFill/>
                </a:ln>
                <a:effectLst/>
                <a:latin typeface="Arial" panose="020B0604020202020204" pitchFamily="34" charset="0"/>
              </a:rPr>
              <a:t> Manages OS, applications, middleware, and runtime.</a:t>
            </a:r>
          </a:p>
          <a:p>
            <a:pPr marL="457200" marR="0" lvl="0" indent="-457200" defTabSz="914400" rtl="0" eaLnBrk="0" fontAlgn="base" latinLnBrk="0" hangingPunct="0">
              <a:spcBef>
                <a:spcPct val="0"/>
              </a:spcBef>
              <a:spcAft>
                <a:spcPts val="600"/>
              </a:spcAft>
              <a:buClrTx/>
              <a:buSzTx/>
              <a:buFont typeface="+mj-lt"/>
              <a:buAutoNum type="arabicPeriod"/>
              <a:tabLst/>
            </a:pPr>
            <a:endParaRPr kumimoji="0" lang="en-US" altLang="en-US" sz="2000" b="0" i="0" u="none" strike="noStrike" cap="none" normalizeH="0" baseline="0" dirty="0">
              <a:ln>
                <a:noFill/>
              </a:ln>
              <a:effectLst/>
              <a:latin typeface="Arial" panose="020B0604020202020204" pitchFamily="34" charset="0"/>
            </a:endParaRPr>
          </a:p>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Examples:</a:t>
            </a:r>
            <a:endParaRPr kumimoji="0" lang="en-US" altLang="en-US" sz="2000" b="0" i="0" u="none" strike="noStrike" cap="none" normalizeH="0" baseline="0" dirty="0">
              <a:ln>
                <a:noFill/>
              </a:ln>
              <a:effectLst/>
              <a:latin typeface="Arial" panose="020B0604020202020204" pitchFamily="34" charset="0"/>
            </a:endParaRPr>
          </a:p>
          <a:p>
            <a:pPr marL="463550" marR="0" lvl="0" indent="-231775"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Amazon Web Services (AWS) EC2 (Elastic Compute Cloud).</a:t>
            </a:r>
          </a:p>
          <a:p>
            <a:pPr marL="463550" marR="0" lvl="0" indent="-231775"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Google Compute Engine (GCE).</a:t>
            </a:r>
          </a:p>
          <a:p>
            <a:pPr marL="463550" marR="0" lvl="0" indent="-231775"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Microsoft Azure Virtual Machines.</a:t>
            </a:r>
          </a:p>
          <a:p>
            <a:pPr marL="231775" marR="0" lvl="0" indent="0" defTabSz="914400" rtl="0" eaLnBrk="0" fontAlgn="base" latinLnBrk="0" hangingPunct="0">
              <a:spcBef>
                <a:spcPct val="0"/>
              </a:spcBef>
              <a:spcAft>
                <a:spcPts val="600"/>
              </a:spcAft>
              <a:buClrTx/>
              <a:buSzTx/>
              <a:buNone/>
              <a:tabLst/>
            </a:pPr>
            <a:endParaRPr kumimoji="0" lang="en-US" altLang="en-US" sz="2000" b="0" i="0" u="none" strike="noStrike" cap="none" normalizeH="0" baseline="0" dirty="0">
              <a:ln>
                <a:noFill/>
              </a:ln>
              <a:effectLst/>
              <a:latin typeface="Arial" panose="020B0604020202020204" pitchFamily="34" charset="0"/>
            </a:endParaRPr>
          </a:p>
          <a:p>
            <a:pPr marL="457200" marR="0" lvl="0" indent="-457200" defTabSz="914400" rtl="0" eaLnBrk="0" fontAlgn="base" latinLnBrk="0" hangingPunct="0">
              <a:spcBef>
                <a:spcPct val="0"/>
              </a:spcBef>
              <a:spcAft>
                <a:spcPts val="600"/>
              </a:spcAft>
              <a:buClrTx/>
              <a:buSzTx/>
              <a:buFont typeface="+mj-lt"/>
              <a:buAutoNum type="arabicPeriod" startAt="5"/>
              <a:tabLst/>
            </a:pPr>
            <a:r>
              <a:rPr kumimoji="0" lang="en-US" altLang="en-US" sz="2000" b="1" i="0" u="none" strike="noStrike" cap="none" normalizeH="0" baseline="0" dirty="0">
                <a:ln>
                  <a:noFill/>
                </a:ln>
                <a:effectLst/>
                <a:latin typeface="Arial" panose="020B0604020202020204" pitchFamily="34" charset="0"/>
              </a:rPr>
              <a:t>Use Cases:</a:t>
            </a:r>
            <a:endParaRPr kumimoji="0" lang="en-US" altLang="en-US" sz="2000" b="0" i="0" u="none" strike="noStrike" cap="none" normalizeH="0" baseline="0" dirty="0">
              <a:ln>
                <a:noFill/>
              </a:ln>
              <a:effectLst/>
              <a:latin typeface="Arial" panose="020B0604020202020204" pitchFamily="34" charset="0"/>
            </a:endParaRPr>
          </a:p>
          <a:p>
            <a:pPr marL="463550" marR="0" lvl="0" indent="-231775"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Hosting websites and applications.</a:t>
            </a:r>
          </a:p>
          <a:p>
            <a:pPr marL="463550" marR="0" lvl="0" indent="-231775"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Storage and backup solutions.</a:t>
            </a:r>
          </a:p>
          <a:p>
            <a:pPr marL="463550" marR="0" lvl="0" indent="-231775"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Development and testing environments.</a:t>
            </a:r>
          </a:p>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930260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C7602B-B7F8-140D-E020-940E0609081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E09BA2-975C-269F-88B3-E55E01B2A47C}"/>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Infrastructure as a Service (IaaS):</a:t>
            </a:r>
          </a:p>
        </p:txBody>
      </p:sp>
      <p:sp>
        <p:nvSpPr>
          <p:cNvPr id="3" name="Content Placeholder 2">
            <a:extLst>
              <a:ext uri="{FF2B5EF4-FFF2-40B4-BE49-F238E27FC236}">
                <a16:creationId xmlns:a16="http://schemas.microsoft.com/office/drawing/2014/main" id="{30A855C8-3D0B-5F36-0FE9-D03D89AC1BD7}"/>
              </a:ext>
            </a:extLst>
          </p:cNvPr>
          <p:cNvSpPr>
            <a:spLocks noGrp="1"/>
          </p:cNvSpPr>
          <p:nvPr>
            <p:ph idx="1"/>
          </p:nvPr>
        </p:nvSpPr>
        <p:spPr>
          <a:xfrm>
            <a:off x="4134810" y="195072"/>
            <a:ext cx="7590467" cy="6339840"/>
          </a:xfrm>
        </p:spPr>
        <p:txBody>
          <a:bodyPr anchor="ctr">
            <a:normAutofit/>
          </a:bodyPr>
          <a:lstStyle/>
          <a:p>
            <a:pPr algn="just"/>
            <a:r>
              <a:rPr lang="en-US" sz="2400" dirty="0"/>
              <a:t>Infrastructure as a Service (IaaS) is a cloud computing service model that gives virtualized computing resources over the web, with IaaS, associations can get to and manage versatile infrastructure assets like virtual machines, storage, and networking administration parts without the need to put resources into or keep up with actual equipment.</a:t>
            </a:r>
          </a:p>
          <a:p>
            <a:pPr algn="just"/>
            <a:r>
              <a:rPr lang="en-US" sz="2400" dirty="0"/>
              <a:t>IaaS allows business to outsource their whole IT infrastructure to a cloud service provider, empowering them to arrange, deploy, and manage computing resources on-demand, this adaptability allows organizations to increase their infrastructure or down in view of fluctuating interest, pay just for the resources they consume, and keep away from the expenses and intricacies related with customary on-premises infrastructure.</a:t>
            </a:r>
          </a:p>
        </p:txBody>
      </p:sp>
      <p:sp>
        <p:nvSpPr>
          <p:cNvPr id="4" name="AutoShape 2" descr="Lightbox">
            <a:extLst>
              <a:ext uri="{FF2B5EF4-FFF2-40B4-BE49-F238E27FC236}">
                <a16:creationId xmlns:a16="http://schemas.microsoft.com/office/drawing/2014/main" id="{A1DBC5AB-C712-1F76-8996-60F1321AC7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0173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44D65982-4F00-4330-8DAA-DE6A9E4D6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lor Cover">
            <a:extLst>
              <a:ext uri="{FF2B5EF4-FFF2-40B4-BE49-F238E27FC236}">
                <a16:creationId xmlns:a16="http://schemas.microsoft.com/office/drawing/2014/main" id="{009115B9-5BFD-478D-9C87-29ADB3AF1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8D57F946-2E03-4DE1-91F8-25BEDC6635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2"/>
            <a:ext cx="3468234" cy="6858000"/>
            <a:chOff x="651279" y="598259"/>
            <a:chExt cx="10889442" cy="5680742"/>
          </a:xfrm>
        </p:grpSpPr>
        <p:sp>
          <p:nvSpPr>
            <p:cNvPr id="13" name="Color">
              <a:extLst>
                <a:ext uri="{FF2B5EF4-FFF2-40B4-BE49-F238E27FC236}">
                  <a16:creationId xmlns:a16="http://schemas.microsoft.com/office/drawing/2014/main" id="{1598881B-E007-4AAF-BA50-0AD618219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87A6DD9E-16A5-46AE-A522-D46D6BEDF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6FDCC7D0-C8ED-D4DA-5928-75E4E9A17D11}"/>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rPr>
              <a:t>How does IaaS Architecture Work ?</a:t>
            </a:r>
          </a:p>
        </p:txBody>
      </p:sp>
      <p:sp>
        <p:nvSpPr>
          <p:cNvPr id="3" name="Content Placeholder 2">
            <a:extLst>
              <a:ext uri="{FF2B5EF4-FFF2-40B4-BE49-F238E27FC236}">
                <a16:creationId xmlns:a16="http://schemas.microsoft.com/office/drawing/2014/main" id="{03F7EF93-F4BC-C775-ED56-80013B0CD1D7}"/>
              </a:ext>
            </a:extLst>
          </p:cNvPr>
          <p:cNvSpPr>
            <a:spLocks noGrp="1"/>
          </p:cNvSpPr>
          <p:nvPr>
            <p:ph idx="1"/>
          </p:nvPr>
        </p:nvSpPr>
        <p:spPr>
          <a:xfrm>
            <a:off x="3538394" y="134112"/>
            <a:ext cx="8287846" cy="6620256"/>
          </a:xfrm>
        </p:spPr>
        <p:txBody>
          <a:bodyPr anchor="ctr">
            <a:normAutofit fontScale="92500" lnSpcReduction="10000"/>
          </a:bodyPr>
          <a:lstStyle/>
          <a:p>
            <a:pPr algn="just"/>
            <a:r>
              <a:rPr lang="en-US" sz="2400" b="1" dirty="0">
                <a:solidFill>
                  <a:schemeClr val="tx2"/>
                </a:solidFill>
              </a:rPr>
              <a:t>On-Demand Access: </a:t>
            </a:r>
            <a:r>
              <a:rPr lang="en-US" sz="2400" dirty="0">
                <a:solidFill>
                  <a:schemeClr val="tx2"/>
                </a:solidFill>
              </a:rPr>
              <a:t>With IaaS, users can get to processing resources on-demand, allowing them to rapidly arrange and deploy infrastructure components depending on the situation. This disposes of the requirement for a forthright interest in equipment and empowers quick scaling to meet changing workload demands.</a:t>
            </a:r>
          </a:p>
          <a:p>
            <a:pPr algn="just"/>
            <a:r>
              <a:rPr lang="en-US" sz="2400" b="1" dirty="0">
                <a:solidFill>
                  <a:schemeClr val="tx2"/>
                </a:solidFill>
              </a:rPr>
              <a:t>Self-Service Provisioning: </a:t>
            </a:r>
            <a:r>
              <a:rPr lang="en-US" sz="2400" dirty="0">
                <a:solidFill>
                  <a:schemeClr val="tx2"/>
                </a:solidFill>
              </a:rPr>
              <a:t>IaaS platforms offer self-support interfaces, for example, online interfaces or APIs, that empower users to freely arrangement and manage systems resources. This self-service model engages users to control their infrastructure deployments without depending on IT administrators.</a:t>
            </a:r>
          </a:p>
          <a:p>
            <a:pPr algn="just"/>
            <a:r>
              <a:rPr lang="en-US" sz="2400" b="1" dirty="0">
                <a:solidFill>
                  <a:schemeClr val="tx2"/>
                </a:solidFill>
              </a:rPr>
              <a:t>Scalability: </a:t>
            </a:r>
            <a:r>
              <a:rPr lang="en-US" sz="2400" dirty="0">
                <a:solidFill>
                  <a:schemeClr val="tx2"/>
                </a:solidFill>
              </a:rPr>
              <a:t>IaaS platforms regularly offer level adaptability, allowing users to scale resources up or down based on demand, this adaptability ensures that associations can deal with changes in responsibility without encountering margin time or execution corruption.</a:t>
            </a:r>
          </a:p>
          <a:p>
            <a:pPr algn="just"/>
            <a:r>
              <a:rPr lang="en-US" sz="2400" b="1" dirty="0">
                <a:solidFill>
                  <a:schemeClr val="tx2"/>
                </a:solidFill>
              </a:rPr>
              <a:t>Pay-Per-Use Billing: </a:t>
            </a:r>
            <a:r>
              <a:rPr lang="en-US" sz="2400" dirty="0">
                <a:solidFill>
                  <a:schemeClr val="tx2"/>
                </a:solidFill>
              </a:rPr>
              <a:t>IaaS providers normally utilize a pay-per-use billing model, where users are charged on their actual use of computing resources, this utilization based estimating model offers cost effectiveness, as associations just compensation for the resources they consume, as opposed to putting resources into excess limit.</a:t>
            </a:r>
          </a:p>
        </p:txBody>
      </p:sp>
    </p:spTree>
    <p:extLst>
      <p:ext uri="{BB962C8B-B14F-4D97-AF65-F5344CB8AC3E}">
        <p14:creationId xmlns:p14="http://schemas.microsoft.com/office/powerpoint/2010/main" val="3865785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0EFC6A-C233-20DB-D7F3-C18DFAD67A6B}"/>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What are the Types of Infrastructure As a Service Resources?</a:t>
            </a:r>
          </a:p>
        </p:txBody>
      </p:sp>
      <p:sp>
        <p:nvSpPr>
          <p:cNvPr id="3" name="Content Placeholder 2">
            <a:extLst>
              <a:ext uri="{FF2B5EF4-FFF2-40B4-BE49-F238E27FC236}">
                <a16:creationId xmlns:a16="http://schemas.microsoft.com/office/drawing/2014/main" id="{066ACDAB-B8A5-CB13-B33A-DEA234A2B7DB}"/>
              </a:ext>
            </a:extLst>
          </p:cNvPr>
          <p:cNvSpPr>
            <a:spLocks noGrp="1"/>
          </p:cNvSpPr>
          <p:nvPr>
            <p:ph idx="1"/>
          </p:nvPr>
        </p:nvSpPr>
        <p:spPr>
          <a:xfrm>
            <a:off x="4037826" y="10138"/>
            <a:ext cx="8154173" cy="6837724"/>
          </a:xfrm>
        </p:spPr>
        <p:txBody>
          <a:bodyPr anchor="ctr">
            <a:normAutofit/>
          </a:bodyPr>
          <a:lstStyle/>
          <a:p>
            <a:pPr algn="just"/>
            <a:r>
              <a:rPr lang="en-US" sz="1800" b="1" dirty="0"/>
              <a:t>Virtual Machines (VMs): </a:t>
            </a:r>
            <a:r>
              <a:rPr lang="en-US" sz="1800" dirty="0"/>
              <a:t>Virtual machines are virtual instances of computing conditions that emulate the usefulness of physical servers. Users can arrangement VMs with specific configurations, including central processor, memory, storage, and operating systems, to run applications and administrations.</a:t>
            </a:r>
          </a:p>
          <a:p>
            <a:pPr algn="just"/>
            <a:r>
              <a:rPr lang="en-US" sz="1800" b="1" dirty="0"/>
              <a:t>Networking: </a:t>
            </a:r>
            <a:r>
              <a:rPr lang="en-US" sz="1800" dirty="0"/>
              <a:t>IaaS platforms give organizing parts that empower clients to associate their virtualized infrastructure to the internet and establish communication between various resources, this includes virtual networks, subnets, firewalls, load balancers, and VPN gateways for managing network traffic and ensuring availability.</a:t>
            </a:r>
          </a:p>
          <a:p>
            <a:pPr algn="just"/>
            <a:r>
              <a:rPr lang="en-US" sz="1800" b="1" dirty="0"/>
              <a:t>Load Balancers: </a:t>
            </a:r>
            <a:r>
              <a:rPr lang="en-US" sz="1800" dirty="0"/>
              <a:t>Load balancers convey incoming network traffic across numerous virtual machines or instances to advance execution, unwavering quality, and accessibility, they help uniformly distribute workloads and prevent overloading of individual resources, ensuring a smooth and steady user experience.</a:t>
            </a:r>
          </a:p>
          <a:p>
            <a:pPr algn="just"/>
            <a:r>
              <a:rPr lang="en-US" sz="1800" b="1" dirty="0"/>
              <a:t>Databases: </a:t>
            </a:r>
            <a:r>
              <a:rPr lang="en-US" sz="1800" dirty="0"/>
              <a:t>A few IaaS suppliers offer managed database benefits that empower users to send and manage database in the cloud. These services incorporate relational databases like MySQL, PostgreSQL, and SQL Server, as well as NoSQL databases like MongoDB, Cassandra, and Redis.</a:t>
            </a:r>
          </a:p>
          <a:p>
            <a:pPr algn="just"/>
            <a:r>
              <a:rPr lang="en-US" sz="1800" b="1" dirty="0"/>
              <a:t>Containers: </a:t>
            </a:r>
            <a:r>
              <a:rPr lang="en-US" sz="1800" dirty="0"/>
              <a:t>IaaS platforms may likewise offer help for containerized conditions, allowing users to deploy and manage containerized applications utilizing tools like Docker and Kubernetes, container services give a lightweight and versatile way to deal with application deployment and management, empowering quick turn of events and deployment of cloud-native applications.</a:t>
            </a:r>
          </a:p>
        </p:txBody>
      </p:sp>
    </p:spTree>
    <p:extLst>
      <p:ext uri="{BB962C8B-B14F-4D97-AF65-F5344CB8AC3E}">
        <p14:creationId xmlns:p14="http://schemas.microsoft.com/office/powerpoint/2010/main" val="3845004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E71BE-92A9-8503-73F3-9188C03BCD2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20C2D5-1585-56D3-AA28-0239F77A4C4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41384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034274-EE94-FAA4-48C2-DE77BA839442}"/>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Platform as a Service (PaaS)</a:t>
            </a:r>
          </a:p>
        </p:txBody>
      </p:sp>
      <p:sp>
        <p:nvSpPr>
          <p:cNvPr id="4" name="Rectangle 1">
            <a:extLst>
              <a:ext uri="{FF2B5EF4-FFF2-40B4-BE49-F238E27FC236}">
                <a16:creationId xmlns:a16="http://schemas.microsoft.com/office/drawing/2014/main" id="{DBA0A20A-0AF3-DC97-900B-49AB04331278}"/>
              </a:ext>
            </a:extLst>
          </p:cNvPr>
          <p:cNvSpPr>
            <a:spLocks noGrp="1" noChangeArrowheads="1"/>
          </p:cNvSpPr>
          <p:nvPr>
            <p:ph idx="1"/>
          </p:nvPr>
        </p:nvSpPr>
        <p:spPr bwMode="auto">
          <a:xfrm>
            <a:off x="4810259" y="649480"/>
            <a:ext cx="6555347" cy="55460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effectLst/>
                <a:latin typeface="Arial" panose="020B0604020202020204" pitchFamily="34" charset="0"/>
              </a:rPr>
              <a:t>Definition:</a:t>
            </a:r>
            <a:r>
              <a:rPr kumimoji="0" lang="en-US" altLang="en-US" sz="1700" b="0" i="0" u="none" strike="noStrike" cap="none" normalizeH="0" baseline="0" dirty="0">
                <a:ln>
                  <a:noFill/>
                </a:ln>
                <a:effectLst/>
                <a:latin typeface="Arial" panose="020B0604020202020204" pitchFamily="34" charset="0"/>
              </a:rPr>
              <a:t> Provides a complete development and deployment environment in the cloud.</a:t>
            </a:r>
          </a:p>
          <a:p>
            <a:pPr marL="0" marR="0" lvl="0" indent="0" defTabSz="914400" rtl="0" eaLnBrk="0" fontAlgn="base" latinLnBrk="0" hangingPunct="0">
              <a:spcBef>
                <a:spcPct val="0"/>
              </a:spcBef>
              <a:spcAft>
                <a:spcPts val="600"/>
              </a:spcAft>
              <a:buClrTx/>
              <a:buSzTx/>
              <a:buNone/>
              <a:tabLst/>
            </a:pPr>
            <a:endParaRPr kumimoji="0" lang="en-US" altLang="en-US" sz="17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effectLst/>
                <a:latin typeface="Arial" panose="020B0604020202020204" pitchFamily="34" charset="0"/>
              </a:rPr>
              <a:t>What it Offers:</a:t>
            </a:r>
            <a:r>
              <a:rPr kumimoji="0" lang="en-US" altLang="en-US" sz="1700" b="0" i="0" u="none" strike="noStrike" cap="none" normalizeH="0" baseline="0" dirty="0">
                <a:ln>
                  <a:noFill/>
                </a:ln>
                <a:effectLst/>
                <a:latin typeface="Arial" panose="020B0604020202020204" pitchFamily="34" charset="0"/>
              </a:rPr>
              <a:t> A platform for developers to build, run, and manage applications without managing the underlying infrastructure.</a:t>
            </a:r>
          </a:p>
          <a:p>
            <a:pPr marL="0" marR="0" lvl="0" indent="0" defTabSz="914400" rtl="0" eaLnBrk="0" fontAlgn="base" latinLnBrk="0" hangingPunct="0">
              <a:spcBef>
                <a:spcPct val="0"/>
              </a:spcBef>
              <a:spcAft>
                <a:spcPts val="600"/>
              </a:spcAft>
              <a:buClrTx/>
              <a:buSzTx/>
              <a:buNone/>
              <a:tabLst/>
            </a:pPr>
            <a:endParaRPr kumimoji="0" lang="en-US" altLang="en-US" sz="17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effectLst/>
                <a:latin typeface="Arial" panose="020B0604020202020204" pitchFamily="34" charset="0"/>
              </a:rPr>
              <a:t>User Responsibility:</a:t>
            </a:r>
            <a:r>
              <a:rPr kumimoji="0" lang="en-US" altLang="en-US" sz="1700" b="0" i="0" u="none" strike="noStrike" cap="none" normalizeH="0" baseline="0" dirty="0">
                <a:ln>
                  <a:noFill/>
                </a:ln>
                <a:effectLst/>
                <a:latin typeface="Arial" panose="020B0604020202020204" pitchFamily="34" charset="0"/>
              </a:rPr>
              <a:t> Manages the application and its data.</a:t>
            </a:r>
          </a:p>
          <a:p>
            <a:pPr marL="0" marR="0" lvl="0" indent="0" defTabSz="914400" rtl="0" eaLnBrk="0" fontAlgn="base" latinLnBrk="0" hangingPunct="0">
              <a:spcBef>
                <a:spcPct val="0"/>
              </a:spcBef>
              <a:spcAft>
                <a:spcPts val="600"/>
              </a:spcAft>
              <a:buClrTx/>
              <a:buSzTx/>
              <a:buNone/>
              <a:tabLst/>
            </a:pPr>
            <a:endParaRPr kumimoji="0" lang="en-US" altLang="en-US" sz="17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effectLst/>
                <a:latin typeface="Arial" panose="020B0604020202020204" pitchFamily="34" charset="0"/>
              </a:rPr>
              <a:t>Examples:</a:t>
            </a:r>
            <a:endParaRPr kumimoji="0" lang="en-US" altLang="en-US" sz="1700" b="0" i="0" u="none" strike="noStrike" cap="none" normalizeH="0" baseline="0" dirty="0">
              <a:ln>
                <a:noFill/>
              </a:ln>
              <a:effectLst/>
              <a:latin typeface="Arial" panose="020B0604020202020204" pitchFamily="34" charset="0"/>
            </a:endParaRPr>
          </a:p>
          <a:p>
            <a:pPr marL="463550" marR="0" lvl="0" indent="-231775"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Google App Engine.</a:t>
            </a:r>
          </a:p>
          <a:p>
            <a:pPr marL="463550" marR="0" lvl="0" indent="-231775"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Microsoft Azure App Services.</a:t>
            </a:r>
          </a:p>
          <a:p>
            <a:pPr marL="463550" marR="0" lvl="0" indent="-231775"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Heroku.</a:t>
            </a:r>
          </a:p>
          <a:p>
            <a:pPr marL="231775" marR="0" lvl="0" indent="0" defTabSz="914400" rtl="0" eaLnBrk="0" fontAlgn="base" latinLnBrk="0" hangingPunct="0">
              <a:spcBef>
                <a:spcPct val="0"/>
              </a:spcBef>
              <a:spcAft>
                <a:spcPts val="600"/>
              </a:spcAft>
              <a:buClrTx/>
              <a:buSzTx/>
              <a:buNone/>
              <a:tabLst/>
            </a:pPr>
            <a:endParaRPr kumimoji="0" lang="en-US" altLang="en-US" sz="17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effectLst/>
                <a:latin typeface="Arial" panose="020B0604020202020204" pitchFamily="34" charset="0"/>
              </a:rPr>
              <a:t>Use Cases:</a:t>
            </a:r>
            <a:endParaRPr kumimoji="0" lang="en-US" altLang="en-US" sz="1700" b="0" i="0" u="none" strike="noStrike" cap="none" normalizeH="0" baseline="0" dirty="0">
              <a:ln>
                <a:noFill/>
              </a:ln>
              <a:effectLst/>
              <a:latin typeface="Arial" panose="020B0604020202020204" pitchFamily="34" charset="0"/>
            </a:endParaRPr>
          </a:p>
          <a:p>
            <a:pPr marL="463550" marR="0" lvl="0" indent="-231775"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Web application development.</a:t>
            </a:r>
          </a:p>
          <a:p>
            <a:pPr marL="463550" marR="0" lvl="0" indent="-231775"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API development and hosting.</a:t>
            </a:r>
          </a:p>
          <a:p>
            <a:pPr marL="463550" marR="0" lvl="0" indent="-231775"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dirty="0">
                <a:ln>
                  <a:noFill/>
                </a:ln>
                <a:effectLst/>
                <a:latin typeface="Arial" panose="020B0604020202020204" pitchFamily="34" charset="0"/>
              </a:rPr>
              <a:t>Automated software deployment.</a:t>
            </a:r>
          </a:p>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308382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blocks and networks technology background">
            <a:extLst>
              <a:ext uri="{FF2B5EF4-FFF2-40B4-BE49-F238E27FC236}">
                <a16:creationId xmlns:a16="http://schemas.microsoft.com/office/drawing/2014/main" id="{864B5050-0CA1-7D6C-AC8B-3F4159EB95DE}"/>
              </a:ext>
            </a:extLst>
          </p:cNvPr>
          <p:cNvPicPr>
            <a:picLocks noChangeAspect="1"/>
          </p:cNvPicPr>
          <p:nvPr/>
        </p:nvPicPr>
        <p:blipFill>
          <a:blip r:embed="rId2"/>
          <a:srcRect l="12357" r="43268" b="-446"/>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A8C62D-4A09-395F-2B20-26573A71BDD5}"/>
              </a:ext>
            </a:extLst>
          </p:cNvPr>
          <p:cNvSpPr>
            <a:spLocks noGrp="1"/>
          </p:cNvSpPr>
          <p:nvPr>
            <p:ph type="title"/>
          </p:nvPr>
        </p:nvSpPr>
        <p:spPr>
          <a:xfrm>
            <a:off x="6115317" y="405685"/>
            <a:ext cx="5723114" cy="1559301"/>
          </a:xfrm>
        </p:spPr>
        <p:txBody>
          <a:bodyPr>
            <a:normAutofit/>
          </a:bodyPr>
          <a:lstStyle/>
          <a:p>
            <a:r>
              <a:rPr lang="en-US" sz="4000" dirty="0"/>
              <a:t>Platform As A Service (PaaS) </a:t>
            </a:r>
          </a:p>
        </p:txBody>
      </p:sp>
      <p:sp>
        <p:nvSpPr>
          <p:cNvPr id="3" name="Content Placeholder 2">
            <a:extLst>
              <a:ext uri="{FF2B5EF4-FFF2-40B4-BE49-F238E27FC236}">
                <a16:creationId xmlns:a16="http://schemas.microsoft.com/office/drawing/2014/main" id="{A0F6B61D-0520-9D4D-0CE0-7729768E5573}"/>
              </a:ext>
            </a:extLst>
          </p:cNvPr>
          <p:cNvSpPr>
            <a:spLocks noGrp="1"/>
          </p:cNvSpPr>
          <p:nvPr>
            <p:ph idx="1"/>
          </p:nvPr>
        </p:nvSpPr>
        <p:spPr>
          <a:xfrm>
            <a:off x="6115316" y="2285999"/>
            <a:ext cx="5723115" cy="4572001"/>
          </a:xfrm>
        </p:spPr>
        <p:txBody>
          <a:bodyPr anchor="ctr">
            <a:normAutofit/>
          </a:bodyPr>
          <a:lstStyle/>
          <a:p>
            <a:pPr algn="just"/>
            <a:r>
              <a:rPr lang="en-US" sz="1800" dirty="0"/>
              <a:t>Platform as a Service (PaaS) is a cloud computing model designed for developers, offering a complete environment to build, test and deploy applications. Unlike traditional infrastructure management, PaaS takes care of things like servers, storage and networking allowing developers to focus mainly on writing code and delivering applications quickly.</a:t>
            </a:r>
          </a:p>
          <a:p>
            <a:pPr algn="just"/>
            <a:r>
              <a:rPr lang="en-US" sz="1800" dirty="0"/>
              <a:t>In the cloud computing ecosystem, PaaS acts as a middle layer between Infrastructure as a Service (IaaS) and Software as a Service (SaaS). While IaaS provides the fundamental infrastructure like servers and storage, and SaaS delivers ready-made applications, PaaS provides developers with the necessary tools and environment to create custom applications from scratch.</a:t>
            </a:r>
          </a:p>
        </p:txBody>
      </p:sp>
    </p:spTree>
    <p:extLst>
      <p:ext uri="{BB962C8B-B14F-4D97-AF65-F5344CB8AC3E}">
        <p14:creationId xmlns:p14="http://schemas.microsoft.com/office/powerpoint/2010/main" val="930683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27A0E-1F2A-039A-D94C-34B2E18A4BA3}"/>
              </a:ext>
            </a:extLst>
          </p:cNvPr>
          <p:cNvSpPr>
            <a:spLocks noGrp="1"/>
          </p:cNvSpPr>
          <p:nvPr>
            <p:ph type="title"/>
          </p:nvPr>
        </p:nvSpPr>
        <p:spPr>
          <a:xfrm>
            <a:off x="176584" y="0"/>
            <a:ext cx="6413400" cy="1708242"/>
          </a:xfrm>
        </p:spPr>
        <p:txBody>
          <a:bodyPr anchor="ctr">
            <a:normAutofit/>
          </a:bodyPr>
          <a:lstStyle/>
          <a:p>
            <a:pPr algn="just"/>
            <a:r>
              <a:rPr lang="en-US" sz="4000" dirty="0"/>
              <a:t>How does Platform as a Service(PaaS) work?</a:t>
            </a:r>
          </a:p>
        </p:txBody>
      </p:sp>
      <p:sp>
        <p:nvSpPr>
          <p:cNvPr id="3" name="Content Placeholder 2">
            <a:extLst>
              <a:ext uri="{FF2B5EF4-FFF2-40B4-BE49-F238E27FC236}">
                <a16:creationId xmlns:a16="http://schemas.microsoft.com/office/drawing/2014/main" id="{96E665D8-1C64-A155-65A4-C2FDCF3F4C75}"/>
              </a:ext>
            </a:extLst>
          </p:cNvPr>
          <p:cNvSpPr>
            <a:spLocks noGrp="1"/>
          </p:cNvSpPr>
          <p:nvPr>
            <p:ph idx="1"/>
          </p:nvPr>
        </p:nvSpPr>
        <p:spPr>
          <a:xfrm>
            <a:off x="176584" y="1538639"/>
            <a:ext cx="6413400" cy="5106001"/>
          </a:xfrm>
        </p:spPr>
        <p:txBody>
          <a:bodyPr anchor="ctr">
            <a:normAutofit fontScale="92500" lnSpcReduction="10000"/>
          </a:bodyPr>
          <a:lstStyle/>
          <a:p>
            <a:pPr marL="463550" indent="-463550" algn="just">
              <a:buFont typeface="+mj-lt"/>
              <a:buAutoNum type="arabicPeriod"/>
            </a:pPr>
            <a:r>
              <a:rPr lang="en-US" sz="1600" b="1" dirty="0"/>
              <a:t>Core Infrastructure: </a:t>
            </a:r>
            <a:r>
              <a:rPr lang="en-US" sz="1600" dirty="0"/>
              <a:t>PaaS is built on cloud infrastructure provided by platforms like AWS, Microsoft Azure and Google Cloud. The provider handles everything behind the scenes, including servers, storage, and networking.</a:t>
            </a:r>
          </a:p>
          <a:p>
            <a:pPr marL="854075" indent="-280988" algn="just"/>
            <a:r>
              <a:rPr lang="en-US" sz="1600" dirty="0"/>
              <a:t>Servers: The provider manages hardware, load balancing, and scaling for you.</a:t>
            </a:r>
          </a:p>
          <a:p>
            <a:pPr marL="854075" indent="-280988" algn="just"/>
            <a:r>
              <a:rPr lang="en-US" sz="1600" dirty="0"/>
              <a:t>Storage: Applications and data are stored in secure cloud data centers.</a:t>
            </a:r>
          </a:p>
          <a:p>
            <a:pPr marL="854075" indent="-280988" algn="just"/>
            <a:r>
              <a:rPr lang="en-US" sz="1600" dirty="0"/>
              <a:t>Networking: The provider ensures secure, fast communication between resources.</a:t>
            </a:r>
          </a:p>
          <a:p>
            <a:pPr marL="457200" indent="-457200" algn="just">
              <a:buFont typeface="+mj-lt"/>
              <a:buAutoNum type="arabicPeriod" startAt="2"/>
            </a:pPr>
            <a:r>
              <a:rPr lang="en-US" sz="1600" b="1" dirty="0"/>
              <a:t>Built-In Platform Service: </a:t>
            </a:r>
            <a:r>
              <a:rPr lang="en-US" sz="1600" dirty="0"/>
              <a:t>On top of the infrastructure, PaaS offers all the tools and services you need to develop and run applications:</a:t>
            </a:r>
          </a:p>
          <a:p>
            <a:pPr marL="915987" indent="-342900" algn="just"/>
            <a:r>
              <a:rPr lang="en-US" sz="1600" dirty="0"/>
              <a:t>Operating Systems: Pre-configured systems like Linux or Windows.</a:t>
            </a:r>
          </a:p>
          <a:p>
            <a:pPr marL="915987" indent="-342900" algn="just"/>
            <a:r>
              <a:rPr lang="en-US" sz="1600" dirty="0"/>
              <a:t>Runtime Environments: Ready-to-use environments for languages like Java, Python, Node.js, Ruby or .NET.</a:t>
            </a:r>
          </a:p>
          <a:p>
            <a:pPr marL="915987" indent="-342900" algn="just"/>
            <a:r>
              <a:rPr lang="en-US" sz="1600" dirty="0"/>
              <a:t>Middleware: Services like caching, authentication, and messaging for applications.</a:t>
            </a:r>
          </a:p>
          <a:p>
            <a:pPr marL="915987" indent="-342900" algn="just"/>
            <a:r>
              <a:rPr lang="en-US" sz="1600" dirty="0"/>
              <a:t>Development Tools: Access to code editors, debugging tools, and CI/CD pipelines to streamline coding and deployment.</a:t>
            </a:r>
          </a:p>
        </p:txBody>
      </p:sp>
      <p:pic>
        <p:nvPicPr>
          <p:cNvPr id="5" name="Picture 4" descr="Illuminated server room panel">
            <a:extLst>
              <a:ext uri="{FF2B5EF4-FFF2-40B4-BE49-F238E27FC236}">
                <a16:creationId xmlns:a16="http://schemas.microsoft.com/office/drawing/2014/main" id="{78694371-D236-A4F4-6DC9-EDE677ACC67F}"/>
              </a:ext>
            </a:extLst>
          </p:cNvPr>
          <p:cNvPicPr>
            <a:picLocks noChangeAspect="1"/>
          </p:cNvPicPr>
          <p:nvPr/>
        </p:nvPicPr>
        <p:blipFill>
          <a:blip r:embed="rId3"/>
          <a:srcRect l="20716" r="27448"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4040794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30D92-566D-5D85-0DC2-FEA16B06A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DE974-F410-5BA4-80C1-F33429C8170B}"/>
              </a:ext>
            </a:extLst>
          </p:cNvPr>
          <p:cNvSpPr>
            <a:spLocks noGrp="1"/>
          </p:cNvSpPr>
          <p:nvPr>
            <p:ph type="title"/>
          </p:nvPr>
        </p:nvSpPr>
        <p:spPr>
          <a:xfrm>
            <a:off x="176584" y="0"/>
            <a:ext cx="6413400" cy="1708242"/>
          </a:xfrm>
        </p:spPr>
        <p:txBody>
          <a:bodyPr anchor="ctr">
            <a:normAutofit/>
          </a:bodyPr>
          <a:lstStyle/>
          <a:p>
            <a:pPr algn="just"/>
            <a:r>
              <a:rPr lang="en-US" sz="4000" dirty="0"/>
              <a:t>How does Platform as a Service(PaaS) work?</a:t>
            </a:r>
          </a:p>
        </p:txBody>
      </p:sp>
      <p:sp>
        <p:nvSpPr>
          <p:cNvPr id="3" name="Content Placeholder 2">
            <a:extLst>
              <a:ext uri="{FF2B5EF4-FFF2-40B4-BE49-F238E27FC236}">
                <a16:creationId xmlns:a16="http://schemas.microsoft.com/office/drawing/2014/main" id="{00B090DF-FE96-D72D-0DAF-FF6EAA75904B}"/>
              </a:ext>
            </a:extLst>
          </p:cNvPr>
          <p:cNvSpPr>
            <a:spLocks noGrp="1"/>
          </p:cNvSpPr>
          <p:nvPr>
            <p:ph idx="1"/>
          </p:nvPr>
        </p:nvSpPr>
        <p:spPr>
          <a:xfrm>
            <a:off x="176584" y="1538639"/>
            <a:ext cx="6413400" cy="5106001"/>
          </a:xfrm>
        </p:spPr>
        <p:txBody>
          <a:bodyPr anchor="ctr">
            <a:normAutofit/>
          </a:bodyPr>
          <a:lstStyle/>
          <a:p>
            <a:pPr marL="463550" indent="-463550" algn="just">
              <a:buFont typeface="+mj-lt"/>
              <a:buAutoNum type="arabicPeriod" startAt="3"/>
            </a:pPr>
            <a:r>
              <a:rPr lang="en-US" sz="1600" b="1" dirty="0"/>
              <a:t>Simplified Development and Deployment: </a:t>
            </a:r>
            <a:r>
              <a:rPr lang="en-US" sz="1600" dirty="0"/>
              <a:t>PaaS takes care of the heavy lifting in the development process</a:t>
            </a:r>
          </a:p>
          <a:p>
            <a:pPr marL="682625" algn="just"/>
            <a:r>
              <a:rPr lang="en-US" sz="1600" dirty="0"/>
              <a:t>Development: You can write code using built-in frameworks and tools. For example, a developer might use Node.js and connect it to a pre-configured MySQL database.</a:t>
            </a:r>
          </a:p>
          <a:p>
            <a:pPr marL="682625" algn="just"/>
            <a:r>
              <a:rPr lang="en-US" sz="1600" dirty="0"/>
              <a:t>Testing: Applications can be tested in sandbox environments that simulate real-world conditions.</a:t>
            </a:r>
          </a:p>
          <a:p>
            <a:pPr marL="682625" algn="just"/>
            <a:r>
              <a:rPr lang="en-US" sz="1600" dirty="0"/>
              <a:t>Deployment: PaaS automates the deployment process with CI/CD pipelines, making it easy to push updates and changes.</a:t>
            </a:r>
          </a:p>
          <a:p>
            <a:pPr marL="514350" indent="-514350" algn="just">
              <a:buFont typeface="+mj-lt"/>
              <a:buAutoNum type="arabicPeriod" startAt="4"/>
            </a:pPr>
            <a:r>
              <a:rPr lang="en-US" sz="1600" b="1" dirty="0"/>
              <a:t>Automatic Scalability: </a:t>
            </a:r>
            <a:r>
              <a:rPr lang="en-US" sz="1600" dirty="0"/>
              <a:t>One of the best features of PaaS is its ability to scale based on traffic:</a:t>
            </a:r>
          </a:p>
          <a:p>
            <a:pPr marL="682625" indent="-231775" algn="just"/>
            <a:r>
              <a:rPr lang="en-US" sz="1600" dirty="0"/>
              <a:t>Horizontal Scaling: Adds more application instances to handle increased demand.</a:t>
            </a:r>
          </a:p>
          <a:p>
            <a:pPr marL="682625" indent="-231775" algn="just"/>
            <a:r>
              <a:rPr lang="en-US" sz="1600" dirty="0"/>
              <a:t>Vertical Scaling: Boosts the resources (e.g., CPU or RAM) of an existing instance.</a:t>
            </a:r>
          </a:p>
          <a:p>
            <a:pPr marL="514350" indent="-514350" algn="just">
              <a:buFont typeface="+mj-lt"/>
              <a:buAutoNum type="arabicPeriod"/>
            </a:pPr>
            <a:endParaRPr lang="en-US" sz="1600" dirty="0"/>
          </a:p>
        </p:txBody>
      </p:sp>
      <p:pic>
        <p:nvPicPr>
          <p:cNvPr id="5" name="Picture 4" descr="Illuminated server room panel">
            <a:extLst>
              <a:ext uri="{FF2B5EF4-FFF2-40B4-BE49-F238E27FC236}">
                <a16:creationId xmlns:a16="http://schemas.microsoft.com/office/drawing/2014/main" id="{1FEF5C4E-FD5A-AEBA-4DCA-C14E64625B3A}"/>
              </a:ext>
            </a:extLst>
          </p:cNvPr>
          <p:cNvPicPr>
            <a:picLocks noChangeAspect="1"/>
          </p:cNvPicPr>
          <p:nvPr/>
        </p:nvPicPr>
        <p:blipFill>
          <a:blip r:embed="rId3"/>
          <a:srcRect l="20716" r="27448"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042955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45B3B-F1C1-52E6-B5E6-2E471D840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7A335-A315-A54E-1428-34374D67F8D3}"/>
              </a:ext>
            </a:extLst>
          </p:cNvPr>
          <p:cNvSpPr>
            <a:spLocks noGrp="1"/>
          </p:cNvSpPr>
          <p:nvPr>
            <p:ph type="title"/>
          </p:nvPr>
        </p:nvSpPr>
        <p:spPr>
          <a:xfrm>
            <a:off x="176584" y="0"/>
            <a:ext cx="6413400" cy="1708242"/>
          </a:xfrm>
        </p:spPr>
        <p:txBody>
          <a:bodyPr anchor="ctr">
            <a:normAutofit/>
          </a:bodyPr>
          <a:lstStyle/>
          <a:p>
            <a:pPr algn="just"/>
            <a:r>
              <a:rPr lang="en-US" sz="4000" dirty="0"/>
              <a:t>How does Platform as a Service(PaaS) work?</a:t>
            </a:r>
          </a:p>
        </p:txBody>
      </p:sp>
      <p:sp>
        <p:nvSpPr>
          <p:cNvPr id="3" name="Content Placeholder 2">
            <a:extLst>
              <a:ext uri="{FF2B5EF4-FFF2-40B4-BE49-F238E27FC236}">
                <a16:creationId xmlns:a16="http://schemas.microsoft.com/office/drawing/2014/main" id="{4B367788-A957-6A01-3656-6A8B28564159}"/>
              </a:ext>
            </a:extLst>
          </p:cNvPr>
          <p:cNvSpPr>
            <a:spLocks noGrp="1"/>
          </p:cNvSpPr>
          <p:nvPr>
            <p:ph idx="1"/>
          </p:nvPr>
        </p:nvSpPr>
        <p:spPr>
          <a:xfrm>
            <a:off x="176584" y="1538639"/>
            <a:ext cx="6413400" cy="5106001"/>
          </a:xfrm>
        </p:spPr>
        <p:txBody>
          <a:bodyPr anchor="ctr">
            <a:normAutofit/>
          </a:bodyPr>
          <a:lstStyle/>
          <a:p>
            <a:pPr marL="463550" indent="-463550" algn="just">
              <a:buFont typeface="+mj-lt"/>
              <a:buAutoNum type="arabicPeriod" startAt="5"/>
            </a:pPr>
            <a:r>
              <a:rPr lang="en-US" sz="1800" b="1" dirty="0"/>
              <a:t>Easy Integration with Databases and APIs: </a:t>
            </a:r>
            <a:r>
              <a:rPr lang="en-US" sz="1800" dirty="0"/>
              <a:t>PaaS makes connecting to databases and third-party services straightforward:</a:t>
            </a:r>
          </a:p>
          <a:p>
            <a:pPr marL="682625" algn="just"/>
            <a:r>
              <a:rPr lang="en-US" sz="1800" dirty="0"/>
              <a:t>Databases: Whether it’s SQL (like PostgreSQL) or NoSQL (like MongoDB), PaaS simplifies setup and management.</a:t>
            </a:r>
          </a:p>
          <a:p>
            <a:pPr marL="682625" algn="just"/>
            <a:r>
              <a:rPr lang="en-US" sz="1800" dirty="0"/>
              <a:t>APIs: You can easily integrate external services like payment systems or analytics tools to enhance your application.</a:t>
            </a:r>
          </a:p>
          <a:p>
            <a:pPr marL="463550" indent="-463550" algn="just">
              <a:buFont typeface="+mj-lt"/>
              <a:buAutoNum type="arabicPeriod" startAt="6"/>
            </a:pPr>
            <a:r>
              <a:rPr lang="en-US" sz="1800" b="1" dirty="0"/>
              <a:t>Built-In Security: </a:t>
            </a:r>
            <a:r>
              <a:rPr lang="en-US" sz="1800" dirty="0"/>
              <a:t>Security is handled by the provider, so developers can focus on building their applications:</a:t>
            </a:r>
          </a:p>
          <a:p>
            <a:pPr marL="682625" algn="just"/>
            <a:r>
              <a:rPr lang="en-US" sz="1800" dirty="0"/>
              <a:t>Data Encryption: Ensures that data is secure both during transfer and at rest.</a:t>
            </a:r>
          </a:p>
          <a:p>
            <a:pPr marL="682625" algn="just"/>
            <a:r>
              <a:rPr lang="en-US" sz="1800" dirty="0"/>
              <a:t>Access Control: Role-based permissions and identity management tools are included.</a:t>
            </a:r>
          </a:p>
          <a:p>
            <a:pPr marL="682625" algn="just"/>
            <a:r>
              <a:rPr lang="en-US" sz="1800" dirty="0"/>
              <a:t>Compliance: Many providers follow regulations like GDPR or HIPAA to meet legal and industry requirements.</a:t>
            </a:r>
          </a:p>
        </p:txBody>
      </p:sp>
      <p:pic>
        <p:nvPicPr>
          <p:cNvPr id="5" name="Picture 4" descr="Illuminated server room panel">
            <a:extLst>
              <a:ext uri="{FF2B5EF4-FFF2-40B4-BE49-F238E27FC236}">
                <a16:creationId xmlns:a16="http://schemas.microsoft.com/office/drawing/2014/main" id="{232D245B-1CB3-B47D-48D2-B0C9AD596F87}"/>
              </a:ext>
            </a:extLst>
          </p:cNvPr>
          <p:cNvPicPr>
            <a:picLocks noChangeAspect="1"/>
          </p:cNvPicPr>
          <p:nvPr/>
        </p:nvPicPr>
        <p:blipFill>
          <a:blip r:embed="rId3"/>
          <a:srcRect l="20716" r="27448"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021213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E5539EC-8CB8-002F-68C6-6788402826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11" name="Rectangle 10">
              <a:extLst>
                <a:ext uri="{FF2B5EF4-FFF2-40B4-BE49-F238E27FC236}">
                  <a16:creationId xmlns:a16="http://schemas.microsoft.com/office/drawing/2014/main" id="{6C5D55A6-9EFD-CDA3-20CC-A99812CE1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5B6E73B-6DFD-AE6C-1628-DF8DC30085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0E00FC4-DDBC-F424-CF71-73AF7A28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4C8405D-3472-65A2-9509-86AF133D63DF}"/>
              </a:ext>
            </a:extLst>
          </p:cNvPr>
          <p:cNvSpPr>
            <a:spLocks noGrp="1"/>
          </p:cNvSpPr>
          <p:nvPr>
            <p:ph type="title"/>
          </p:nvPr>
        </p:nvSpPr>
        <p:spPr>
          <a:xfrm>
            <a:off x="876691" y="301843"/>
            <a:ext cx="10477109" cy="1003532"/>
          </a:xfrm>
        </p:spPr>
        <p:txBody>
          <a:bodyPr anchor="ctr">
            <a:normAutofit/>
          </a:bodyPr>
          <a:lstStyle/>
          <a:p>
            <a:pPr algn="ctr"/>
            <a:r>
              <a:rPr lang="fi-FI" sz="3200" dirty="0">
                <a:solidFill>
                  <a:srgbClr val="FFFFFF"/>
                </a:solidFill>
              </a:rPr>
              <a:t>IaaS vs PaaS vs SaaS</a:t>
            </a:r>
            <a:endParaRPr lang="en-US" sz="3200" dirty="0">
              <a:solidFill>
                <a:srgbClr val="FFFFFF"/>
              </a:solidFill>
            </a:endParaRPr>
          </a:p>
        </p:txBody>
      </p:sp>
      <p:graphicFrame>
        <p:nvGraphicFramePr>
          <p:cNvPr id="5" name="Content Placeholder 4">
            <a:extLst>
              <a:ext uri="{FF2B5EF4-FFF2-40B4-BE49-F238E27FC236}">
                <a16:creationId xmlns:a16="http://schemas.microsoft.com/office/drawing/2014/main" id="{1378B32F-3065-F7DE-2E08-2CA24AB21BBB}"/>
              </a:ext>
            </a:extLst>
          </p:cNvPr>
          <p:cNvGraphicFramePr>
            <a:graphicFrameLocks noGrp="1"/>
          </p:cNvGraphicFramePr>
          <p:nvPr>
            <p:ph idx="1"/>
            <p:extLst>
              <p:ext uri="{D42A27DB-BD31-4B8C-83A1-F6EECF244321}">
                <p14:modId xmlns:p14="http://schemas.microsoft.com/office/powerpoint/2010/main" val="2309047222"/>
              </p:ext>
            </p:extLst>
          </p:nvPr>
        </p:nvGraphicFramePr>
        <p:xfrm>
          <a:off x="288100" y="1630869"/>
          <a:ext cx="11599100" cy="5171108"/>
        </p:xfrm>
        <a:graphic>
          <a:graphicData uri="http://schemas.openxmlformats.org/drawingml/2006/table">
            <a:tbl>
              <a:tblPr firstRow="1" bandRow="1">
                <a:tableStyleId>{5940675A-B579-460E-94D1-54222C63F5DA}</a:tableStyleId>
              </a:tblPr>
              <a:tblGrid>
                <a:gridCol w="1715927">
                  <a:extLst>
                    <a:ext uri="{9D8B030D-6E8A-4147-A177-3AD203B41FA5}">
                      <a16:colId xmlns:a16="http://schemas.microsoft.com/office/drawing/2014/main" val="3993683849"/>
                    </a:ext>
                  </a:extLst>
                </a:gridCol>
                <a:gridCol w="3407036">
                  <a:extLst>
                    <a:ext uri="{9D8B030D-6E8A-4147-A177-3AD203B41FA5}">
                      <a16:colId xmlns:a16="http://schemas.microsoft.com/office/drawing/2014/main" val="3078453162"/>
                    </a:ext>
                  </a:extLst>
                </a:gridCol>
                <a:gridCol w="3531614">
                  <a:extLst>
                    <a:ext uri="{9D8B030D-6E8A-4147-A177-3AD203B41FA5}">
                      <a16:colId xmlns:a16="http://schemas.microsoft.com/office/drawing/2014/main" val="1611878925"/>
                    </a:ext>
                  </a:extLst>
                </a:gridCol>
                <a:gridCol w="2944523">
                  <a:extLst>
                    <a:ext uri="{9D8B030D-6E8A-4147-A177-3AD203B41FA5}">
                      <a16:colId xmlns:a16="http://schemas.microsoft.com/office/drawing/2014/main" val="1795074191"/>
                    </a:ext>
                  </a:extLst>
                </a:gridCol>
              </a:tblGrid>
              <a:tr h="447223">
                <a:tc>
                  <a:txBody>
                    <a:bodyPr/>
                    <a:lstStyle/>
                    <a:p>
                      <a:pPr algn="ctr"/>
                      <a:r>
                        <a:rPr lang="en-US" sz="2000" b="1" u="none"/>
                        <a:t>Feature</a:t>
                      </a:r>
                    </a:p>
                  </a:txBody>
                  <a:tcPr marL="46478" marR="46478" marT="23239" marB="23239" anchor="ctr">
                    <a:solidFill>
                      <a:schemeClr val="bg2"/>
                    </a:solidFill>
                  </a:tcPr>
                </a:tc>
                <a:tc>
                  <a:txBody>
                    <a:bodyPr/>
                    <a:lstStyle/>
                    <a:p>
                      <a:pPr algn="ctr"/>
                      <a:r>
                        <a:rPr lang="en-US" sz="2000" b="1" u="none"/>
                        <a:t>IaaS</a:t>
                      </a:r>
                    </a:p>
                  </a:txBody>
                  <a:tcPr marL="46478" marR="46478" marT="23239" marB="23239" anchor="ctr">
                    <a:solidFill>
                      <a:schemeClr val="bg2"/>
                    </a:solidFill>
                  </a:tcPr>
                </a:tc>
                <a:tc>
                  <a:txBody>
                    <a:bodyPr/>
                    <a:lstStyle/>
                    <a:p>
                      <a:pPr algn="ctr"/>
                      <a:r>
                        <a:rPr lang="en-US" sz="2000" b="1" u="none"/>
                        <a:t>PaaS</a:t>
                      </a:r>
                    </a:p>
                  </a:txBody>
                  <a:tcPr marL="46478" marR="46478" marT="23239" marB="23239" anchor="ctr">
                    <a:solidFill>
                      <a:schemeClr val="bg2"/>
                    </a:solidFill>
                  </a:tcPr>
                </a:tc>
                <a:tc>
                  <a:txBody>
                    <a:bodyPr/>
                    <a:lstStyle/>
                    <a:p>
                      <a:pPr algn="ctr"/>
                      <a:r>
                        <a:rPr lang="en-US" sz="2000" b="1" u="none"/>
                        <a:t>SaaS</a:t>
                      </a:r>
                    </a:p>
                  </a:txBody>
                  <a:tcPr marL="46478" marR="46478" marT="23239" marB="23239" anchor="ctr">
                    <a:solidFill>
                      <a:schemeClr val="bg2"/>
                    </a:solidFill>
                  </a:tcPr>
                </a:tc>
                <a:extLst>
                  <a:ext uri="{0D108BD9-81ED-4DB2-BD59-A6C34878D82A}">
                    <a16:rowId xmlns:a16="http://schemas.microsoft.com/office/drawing/2014/main" val="443294146"/>
                  </a:ext>
                </a:extLst>
              </a:tr>
              <a:tr h="925959">
                <a:tc>
                  <a:txBody>
                    <a:bodyPr/>
                    <a:lstStyle/>
                    <a:p>
                      <a:pPr algn="ctr"/>
                      <a:r>
                        <a:rPr lang="en-US" sz="2000" b="1"/>
                        <a:t>Definition</a:t>
                      </a:r>
                      <a:endParaRPr lang="en-US" sz="2000"/>
                    </a:p>
                  </a:txBody>
                  <a:tcPr marL="46478" marR="46478" marT="23239" marB="23239" anchor="ctr"/>
                </a:tc>
                <a:tc>
                  <a:txBody>
                    <a:bodyPr/>
                    <a:lstStyle/>
                    <a:p>
                      <a:pPr algn="just"/>
                      <a:r>
                        <a:rPr lang="en-US" sz="1600" dirty="0"/>
                        <a:t>Provides virtualized computing resources like servers, storage, and networking.</a:t>
                      </a:r>
                    </a:p>
                  </a:txBody>
                  <a:tcPr marL="46478" marR="46478" marT="23239" marB="23239" anchor="ctr"/>
                </a:tc>
                <a:tc>
                  <a:txBody>
                    <a:bodyPr/>
                    <a:lstStyle/>
                    <a:p>
                      <a:pPr algn="just"/>
                      <a:r>
                        <a:rPr lang="en-US" sz="1600"/>
                        <a:t>Offers a platform with tools and environments for application development.</a:t>
                      </a:r>
                    </a:p>
                  </a:txBody>
                  <a:tcPr marL="46478" marR="46478" marT="23239" marB="23239" anchor="ctr"/>
                </a:tc>
                <a:tc>
                  <a:txBody>
                    <a:bodyPr/>
                    <a:lstStyle/>
                    <a:p>
                      <a:pPr algn="just"/>
                      <a:r>
                        <a:rPr lang="en-US" sz="1600"/>
                        <a:t>Delivers ready-to-use software applications over the internet.</a:t>
                      </a:r>
                    </a:p>
                  </a:txBody>
                  <a:tcPr marL="46478" marR="46478" marT="23239" marB="23239" anchor="ctr"/>
                </a:tc>
                <a:extLst>
                  <a:ext uri="{0D108BD9-81ED-4DB2-BD59-A6C34878D82A}">
                    <a16:rowId xmlns:a16="http://schemas.microsoft.com/office/drawing/2014/main" val="1965661823"/>
                  </a:ext>
                </a:extLst>
              </a:tr>
              <a:tr h="652396">
                <a:tc>
                  <a:txBody>
                    <a:bodyPr/>
                    <a:lstStyle/>
                    <a:p>
                      <a:pPr algn="ctr"/>
                      <a:r>
                        <a:rPr lang="en-US" sz="2000" b="1"/>
                        <a:t>Control Level</a:t>
                      </a:r>
                      <a:endParaRPr lang="en-US" sz="2000"/>
                    </a:p>
                  </a:txBody>
                  <a:tcPr marL="46478" marR="46478" marT="23239" marB="23239" anchor="ctr"/>
                </a:tc>
                <a:tc>
                  <a:txBody>
                    <a:bodyPr/>
                    <a:lstStyle/>
                    <a:p>
                      <a:pPr algn="just"/>
                      <a:r>
                        <a:rPr lang="en-US" sz="1600"/>
                        <a:t>High: Users manage OS, middleware, apps, and data.</a:t>
                      </a:r>
                    </a:p>
                  </a:txBody>
                  <a:tcPr marL="46478" marR="46478" marT="23239" marB="23239" anchor="ctr"/>
                </a:tc>
                <a:tc>
                  <a:txBody>
                    <a:bodyPr/>
                    <a:lstStyle/>
                    <a:p>
                      <a:pPr algn="just"/>
                      <a:r>
                        <a:rPr lang="en-US" sz="1600"/>
                        <a:t>Medium: Users control apps and data; the provider manages infrastructure.</a:t>
                      </a:r>
                    </a:p>
                  </a:txBody>
                  <a:tcPr marL="46478" marR="46478" marT="23239" marB="23239" anchor="ctr"/>
                </a:tc>
                <a:tc>
                  <a:txBody>
                    <a:bodyPr/>
                    <a:lstStyle/>
                    <a:p>
                      <a:pPr algn="just"/>
                      <a:r>
                        <a:rPr lang="en-US" sz="1600"/>
                        <a:t>Low: Users only manage software configuration and usage.</a:t>
                      </a:r>
                    </a:p>
                  </a:txBody>
                  <a:tcPr marL="46478" marR="46478" marT="23239" marB="23239" anchor="ctr"/>
                </a:tc>
                <a:extLst>
                  <a:ext uri="{0D108BD9-81ED-4DB2-BD59-A6C34878D82A}">
                    <a16:rowId xmlns:a16="http://schemas.microsoft.com/office/drawing/2014/main" val="2506052363"/>
                  </a:ext>
                </a:extLst>
              </a:tr>
              <a:tr h="652396">
                <a:tc>
                  <a:txBody>
                    <a:bodyPr/>
                    <a:lstStyle/>
                    <a:p>
                      <a:pPr algn="ctr"/>
                      <a:r>
                        <a:rPr lang="en-US" sz="2000" b="1"/>
                        <a:t>Examples</a:t>
                      </a:r>
                      <a:endParaRPr lang="en-US" sz="2000"/>
                    </a:p>
                  </a:txBody>
                  <a:tcPr marL="46478" marR="46478" marT="23239" marB="23239" anchor="ctr"/>
                </a:tc>
                <a:tc>
                  <a:txBody>
                    <a:bodyPr/>
                    <a:lstStyle/>
                    <a:p>
                      <a:pPr algn="just"/>
                      <a:r>
                        <a:rPr lang="en-US" sz="1600"/>
                        <a:t>AWS EC2, Microsoft Azure VM, Google Compute Engine.</a:t>
                      </a:r>
                    </a:p>
                  </a:txBody>
                  <a:tcPr marL="46478" marR="46478" marT="23239" marB="23239" anchor="ctr"/>
                </a:tc>
                <a:tc>
                  <a:txBody>
                    <a:bodyPr/>
                    <a:lstStyle/>
                    <a:p>
                      <a:pPr algn="just"/>
                      <a:r>
                        <a:rPr lang="en-US" sz="1600"/>
                        <a:t>AWS Elastic Beanstalk, Google App Engine, Heroku.</a:t>
                      </a:r>
                    </a:p>
                  </a:txBody>
                  <a:tcPr marL="46478" marR="46478" marT="23239" marB="23239" anchor="ctr"/>
                </a:tc>
                <a:tc>
                  <a:txBody>
                    <a:bodyPr/>
                    <a:lstStyle/>
                    <a:p>
                      <a:pPr algn="just"/>
                      <a:r>
                        <a:rPr lang="en-US" sz="1600"/>
                        <a:t>Google Workspace, Salesforce, Dropbox.</a:t>
                      </a:r>
                    </a:p>
                  </a:txBody>
                  <a:tcPr marL="46478" marR="46478" marT="23239" marB="23239" anchor="ctr"/>
                </a:tc>
                <a:extLst>
                  <a:ext uri="{0D108BD9-81ED-4DB2-BD59-A6C34878D82A}">
                    <a16:rowId xmlns:a16="http://schemas.microsoft.com/office/drawing/2014/main" val="3729443742"/>
                  </a:ext>
                </a:extLst>
              </a:tr>
              <a:tr h="925959">
                <a:tc>
                  <a:txBody>
                    <a:bodyPr/>
                    <a:lstStyle/>
                    <a:p>
                      <a:pPr algn="ctr"/>
                      <a:r>
                        <a:rPr lang="en-US" sz="2000" b="1"/>
                        <a:t>Target Users</a:t>
                      </a:r>
                      <a:endParaRPr lang="en-US" sz="2000"/>
                    </a:p>
                  </a:txBody>
                  <a:tcPr marL="46478" marR="46478" marT="23239" marB="23239" anchor="ctr"/>
                </a:tc>
                <a:tc>
                  <a:txBody>
                    <a:bodyPr/>
                    <a:lstStyle/>
                    <a:p>
                      <a:pPr algn="just"/>
                      <a:r>
                        <a:rPr lang="en-US" sz="1600"/>
                        <a:t>IT administrators, developers requiring full control of infrastructure.</a:t>
                      </a:r>
                    </a:p>
                  </a:txBody>
                  <a:tcPr marL="46478" marR="46478" marT="23239" marB="23239" anchor="ctr"/>
                </a:tc>
                <a:tc>
                  <a:txBody>
                    <a:bodyPr/>
                    <a:lstStyle/>
                    <a:p>
                      <a:pPr algn="just"/>
                      <a:r>
                        <a:rPr lang="en-US" sz="1600"/>
                        <a:t>Developers looking for a managed platform to build and deploy applications.</a:t>
                      </a:r>
                    </a:p>
                  </a:txBody>
                  <a:tcPr marL="46478" marR="46478" marT="23239" marB="23239" anchor="ctr"/>
                </a:tc>
                <a:tc>
                  <a:txBody>
                    <a:bodyPr/>
                    <a:lstStyle/>
                    <a:p>
                      <a:pPr algn="just"/>
                      <a:r>
                        <a:rPr lang="en-US" sz="1600"/>
                        <a:t>End-users needing ready-to-use applications without technical expertise.</a:t>
                      </a:r>
                    </a:p>
                  </a:txBody>
                  <a:tcPr marL="46478" marR="46478" marT="23239" marB="23239" anchor="ctr"/>
                </a:tc>
                <a:extLst>
                  <a:ext uri="{0D108BD9-81ED-4DB2-BD59-A6C34878D82A}">
                    <a16:rowId xmlns:a16="http://schemas.microsoft.com/office/drawing/2014/main" val="3450656495"/>
                  </a:ext>
                </a:extLst>
              </a:tr>
              <a:tr h="652396">
                <a:tc>
                  <a:txBody>
                    <a:bodyPr/>
                    <a:lstStyle/>
                    <a:p>
                      <a:pPr algn="ctr"/>
                      <a:r>
                        <a:rPr lang="en-US" sz="2000" b="1"/>
                        <a:t>Use Cases</a:t>
                      </a:r>
                      <a:endParaRPr lang="en-US" sz="2000"/>
                    </a:p>
                  </a:txBody>
                  <a:tcPr marL="46478" marR="46478" marT="23239" marB="23239" anchor="ctr"/>
                </a:tc>
                <a:tc>
                  <a:txBody>
                    <a:bodyPr/>
                    <a:lstStyle/>
                    <a:p>
                      <a:pPr algn="just"/>
                      <a:r>
                        <a:rPr lang="en-US" sz="1600"/>
                        <a:t>Hosting websites, storage, disaster recovery, virtual machines.</a:t>
                      </a:r>
                    </a:p>
                  </a:txBody>
                  <a:tcPr marL="46478" marR="46478" marT="23239" marB="23239" anchor="ctr"/>
                </a:tc>
                <a:tc>
                  <a:txBody>
                    <a:bodyPr/>
                    <a:lstStyle/>
                    <a:p>
                      <a:pPr algn="just"/>
                      <a:r>
                        <a:rPr lang="en-US" sz="1600"/>
                        <a:t>Software development, app testing, and deployment.</a:t>
                      </a:r>
                    </a:p>
                  </a:txBody>
                  <a:tcPr marL="46478" marR="46478" marT="23239" marB="23239" anchor="ctr"/>
                </a:tc>
                <a:tc>
                  <a:txBody>
                    <a:bodyPr/>
                    <a:lstStyle/>
                    <a:p>
                      <a:pPr algn="just"/>
                      <a:r>
                        <a:rPr lang="en-US" sz="1600"/>
                        <a:t>Email, CRM, file sharing, and collaboration tools.</a:t>
                      </a:r>
                    </a:p>
                  </a:txBody>
                  <a:tcPr marL="46478" marR="46478" marT="23239" marB="23239" anchor="ctr"/>
                </a:tc>
                <a:extLst>
                  <a:ext uri="{0D108BD9-81ED-4DB2-BD59-A6C34878D82A}">
                    <a16:rowId xmlns:a16="http://schemas.microsoft.com/office/drawing/2014/main" val="3974070930"/>
                  </a:ext>
                </a:extLst>
              </a:tr>
              <a:tr h="789177">
                <a:tc>
                  <a:txBody>
                    <a:bodyPr/>
                    <a:lstStyle/>
                    <a:p>
                      <a:pPr algn="ctr"/>
                      <a:r>
                        <a:rPr lang="en-US" sz="2000" b="1"/>
                        <a:t>Infrastructure Access</a:t>
                      </a:r>
                      <a:endParaRPr lang="en-US" sz="2000"/>
                    </a:p>
                  </a:txBody>
                  <a:tcPr marL="46478" marR="46478" marT="23239" marB="23239" anchor="ctr"/>
                </a:tc>
                <a:tc>
                  <a:txBody>
                    <a:bodyPr/>
                    <a:lstStyle/>
                    <a:p>
                      <a:pPr algn="just"/>
                      <a:r>
                        <a:rPr lang="en-US" sz="1600"/>
                        <a:t>Provides direct access to virtualized hardware.</a:t>
                      </a:r>
                    </a:p>
                  </a:txBody>
                  <a:tcPr marL="46478" marR="46478" marT="23239" marB="23239" anchor="ctr"/>
                </a:tc>
                <a:tc>
                  <a:txBody>
                    <a:bodyPr/>
                    <a:lstStyle/>
                    <a:p>
                      <a:pPr algn="just"/>
                      <a:r>
                        <a:rPr lang="en-US" sz="1600"/>
                        <a:t>Abstracts the infrastructure, offering tools and frameworks.</a:t>
                      </a:r>
                    </a:p>
                  </a:txBody>
                  <a:tcPr marL="46478" marR="46478" marT="23239" marB="23239" anchor="ctr"/>
                </a:tc>
                <a:tc>
                  <a:txBody>
                    <a:bodyPr/>
                    <a:lstStyle/>
                    <a:p>
                      <a:pPr algn="just"/>
                      <a:r>
                        <a:rPr lang="en-US" sz="1600" dirty="0"/>
                        <a:t>No access to underlying infrastructure.</a:t>
                      </a:r>
                    </a:p>
                  </a:txBody>
                  <a:tcPr marL="46478" marR="46478" marT="23239" marB="23239" anchor="ctr"/>
                </a:tc>
                <a:extLst>
                  <a:ext uri="{0D108BD9-81ED-4DB2-BD59-A6C34878D82A}">
                    <a16:rowId xmlns:a16="http://schemas.microsoft.com/office/drawing/2014/main" val="2220770339"/>
                  </a:ext>
                </a:extLst>
              </a:tr>
            </a:tbl>
          </a:graphicData>
        </a:graphic>
      </p:graphicFrame>
    </p:spTree>
    <p:extLst>
      <p:ext uri="{BB962C8B-B14F-4D97-AF65-F5344CB8AC3E}">
        <p14:creationId xmlns:p14="http://schemas.microsoft.com/office/powerpoint/2010/main" val="4252147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5A487030-5013-38D7-A5D7-E4EA48AA9F11}"/>
              </a:ext>
            </a:extLst>
          </p:cNvPr>
          <p:cNvSpPr>
            <a:spLocks noGrp="1"/>
          </p:cNvSpPr>
          <p:nvPr>
            <p:ph type="title"/>
          </p:nvPr>
        </p:nvSpPr>
        <p:spPr>
          <a:xfrm>
            <a:off x="1188069" y="381935"/>
            <a:ext cx="4008583" cy="5974414"/>
          </a:xfrm>
        </p:spPr>
        <p:txBody>
          <a:bodyPr anchor="ctr">
            <a:normAutofit/>
          </a:bodyPr>
          <a:lstStyle/>
          <a:p>
            <a:r>
              <a:rPr lang="en-US" sz="8000">
                <a:solidFill>
                  <a:srgbClr val="FFFFFF"/>
                </a:solidFill>
              </a:rPr>
              <a:t>Software as a Service (SaaS)</a:t>
            </a:r>
          </a:p>
        </p:txBody>
      </p:sp>
      <p:grpSp>
        <p:nvGrpSpPr>
          <p:cNvPr id="13" name="Group 12">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4" name="Rectangle 1">
            <a:extLst>
              <a:ext uri="{FF2B5EF4-FFF2-40B4-BE49-F238E27FC236}">
                <a16:creationId xmlns:a16="http://schemas.microsoft.com/office/drawing/2014/main" id="{99809530-D78B-E26E-6905-F34F04B2AC94}"/>
              </a:ext>
            </a:extLst>
          </p:cNvPr>
          <p:cNvSpPr>
            <a:spLocks noGrp="1" noChangeArrowheads="1"/>
          </p:cNvSpPr>
          <p:nvPr>
            <p:ph idx="1"/>
          </p:nvPr>
        </p:nvSpPr>
        <p:spPr bwMode="auto">
          <a:xfrm>
            <a:off x="6297233" y="518400"/>
            <a:ext cx="4771607" cy="58379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600" b="1" i="0" u="none" strike="noStrike" cap="none" normalizeH="0" baseline="0" dirty="0">
                <a:ln>
                  <a:noFill/>
                </a:ln>
                <a:solidFill>
                  <a:schemeClr val="tx1">
                    <a:alpha val="80000"/>
                  </a:schemeClr>
                </a:solidFill>
                <a:effectLst/>
                <a:latin typeface="Arial" panose="020B0604020202020204" pitchFamily="34" charset="0"/>
              </a:rPr>
              <a:t>Definition:</a:t>
            </a:r>
            <a:r>
              <a:rPr kumimoji="0" lang="en-US" altLang="en-US" sz="1600" b="0" i="0" u="none" strike="noStrike" cap="none" normalizeH="0" baseline="0" dirty="0">
                <a:ln>
                  <a:noFill/>
                </a:ln>
                <a:solidFill>
                  <a:schemeClr val="tx1">
                    <a:alpha val="80000"/>
                  </a:schemeClr>
                </a:solidFill>
                <a:effectLst/>
                <a:latin typeface="Arial" panose="020B0604020202020204" pitchFamily="34" charset="0"/>
              </a:rPr>
              <a:t> Delivers software applications over the internet on a subscription basis.</a:t>
            </a:r>
          </a:p>
          <a:p>
            <a:pPr marL="0" marR="0" lvl="0" indent="0" defTabSz="914400" rtl="0" eaLnBrk="0" fontAlgn="base" latinLnBrk="0" hangingPunct="0">
              <a:spcBef>
                <a:spcPct val="0"/>
              </a:spcBef>
              <a:spcAft>
                <a:spcPts val="600"/>
              </a:spcAft>
              <a:buClrTx/>
              <a:buSzTx/>
              <a:buNone/>
              <a:tabLst/>
            </a:pPr>
            <a:endParaRPr kumimoji="0" lang="en-US" altLang="en-US" sz="1600" b="0" i="0" u="none" strike="noStrike" cap="none" normalizeH="0" baseline="0" dirty="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600" b="1" i="0" u="none" strike="noStrike" cap="none" normalizeH="0" baseline="0" dirty="0">
                <a:ln>
                  <a:noFill/>
                </a:ln>
                <a:solidFill>
                  <a:schemeClr val="tx1">
                    <a:alpha val="80000"/>
                  </a:schemeClr>
                </a:solidFill>
                <a:effectLst/>
                <a:latin typeface="Arial" panose="020B0604020202020204" pitchFamily="34" charset="0"/>
              </a:rPr>
              <a:t>What it Offers:</a:t>
            </a:r>
            <a:r>
              <a:rPr kumimoji="0" lang="en-US" altLang="en-US" sz="1600" b="0" i="0" u="none" strike="noStrike" cap="none" normalizeH="0" baseline="0" dirty="0">
                <a:ln>
                  <a:noFill/>
                </a:ln>
                <a:solidFill>
                  <a:schemeClr val="tx1">
                    <a:alpha val="80000"/>
                  </a:schemeClr>
                </a:solidFill>
                <a:effectLst/>
                <a:latin typeface="Arial" panose="020B0604020202020204" pitchFamily="34" charset="0"/>
              </a:rPr>
              <a:t> Complete software solutions managed by the service provider.</a:t>
            </a:r>
          </a:p>
          <a:p>
            <a:pPr marL="0" marR="0" lvl="0" indent="0" defTabSz="914400" rtl="0" eaLnBrk="0" fontAlgn="base" latinLnBrk="0" hangingPunct="0">
              <a:spcBef>
                <a:spcPct val="0"/>
              </a:spcBef>
              <a:spcAft>
                <a:spcPts val="600"/>
              </a:spcAft>
              <a:buClrTx/>
              <a:buSzTx/>
              <a:buNone/>
              <a:tabLst/>
            </a:pPr>
            <a:endParaRPr kumimoji="0" lang="en-US" altLang="en-US" sz="1600" b="0" i="0" u="none" strike="noStrike" cap="none" normalizeH="0" baseline="0" dirty="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600" b="1" i="0" u="none" strike="noStrike" cap="none" normalizeH="0" baseline="0" dirty="0">
                <a:ln>
                  <a:noFill/>
                </a:ln>
                <a:solidFill>
                  <a:schemeClr val="tx1">
                    <a:alpha val="80000"/>
                  </a:schemeClr>
                </a:solidFill>
                <a:effectLst/>
                <a:latin typeface="Arial" panose="020B0604020202020204" pitchFamily="34" charset="0"/>
              </a:rPr>
              <a:t>User Responsibility:</a:t>
            </a:r>
            <a:r>
              <a:rPr kumimoji="0" lang="en-US" altLang="en-US" sz="1600" b="0" i="0" u="none" strike="noStrike" cap="none" normalizeH="0" baseline="0" dirty="0">
                <a:ln>
                  <a:noFill/>
                </a:ln>
                <a:solidFill>
                  <a:schemeClr val="tx1">
                    <a:alpha val="80000"/>
                  </a:schemeClr>
                </a:solidFill>
                <a:effectLst/>
                <a:latin typeface="Arial" panose="020B0604020202020204" pitchFamily="34" charset="0"/>
              </a:rPr>
              <a:t> Only uses the software without worrying about updates, security, or maintenance.</a:t>
            </a:r>
          </a:p>
          <a:p>
            <a:pPr marL="0" marR="0" lvl="0" indent="0" defTabSz="914400" rtl="0" eaLnBrk="0" fontAlgn="base" latinLnBrk="0" hangingPunct="0">
              <a:spcBef>
                <a:spcPct val="0"/>
              </a:spcBef>
              <a:spcAft>
                <a:spcPts val="600"/>
              </a:spcAft>
              <a:buClrTx/>
              <a:buSzTx/>
              <a:buNone/>
              <a:tabLst/>
            </a:pPr>
            <a:endParaRPr kumimoji="0" lang="en-US" altLang="en-US" sz="1600" b="0" i="0" u="none" strike="noStrike" cap="none" normalizeH="0" baseline="0" dirty="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600" b="1" i="0" u="none" strike="noStrike" cap="none" normalizeH="0" baseline="0" dirty="0">
                <a:ln>
                  <a:noFill/>
                </a:ln>
                <a:solidFill>
                  <a:schemeClr val="tx1">
                    <a:alpha val="80000"/>
                  </a:schemeClr>
                </a:solidFill>
                <a:effectLst/>
                <a:latin typeface="Arial" panose="020B0604020202020204" pitchFamily="34" charset="0"/>
              </a:rPr>
              <a:t>Examples:</a:t>
            </a:r>
            <a:endParaRPr kumimoji="0" lang="en-US" altLang="en-US" sz="1600" b="0" i="0" u="none" strike="noStrike" cap="none" normalizeH="0" baseline="0" dirty="0">
              <a:ln>
                <a:noFill/>
              </a:ln>
              <a:solidFill>
                <a:schemeClr val="tx1">
                  <a:alpha val="80000"/>
                </a:schemeClr>
              </a:solidFill>
              <a:effectLst/>
              <a:latin typeface="Arial" panose="020B0604020202020204" pitchFamily="34" charset="0"/>
            </a:endParaRPr>
          </a:p>
          <a:p>
            <a:pPr marL="463550" marR="0" lvl="0" indent="-231775"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dirty="0">
                <a:ln>
                  <a:noFill/>
                </a:ln>
                <a:solidFill>
                  <a:schemeClr val="tx1">
                    <a:alpha val="80000"/>
                  </a:schemeClr>
                </a:solidFill>
                <a:effectLst/>
                <a:latin typeface="Arial" panose="020B0604020202020204" pitchFamily="34" charset="0"/>
              </a:rPr>
              <a:t>Google Workspace (Gmail, Google Drive).</a:t>
            </a:r>
          </a:p>
          <a:p>
            <a:pPr marL="463550" marR="0" lvl="0" indent="-231775"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dirty="0">
                <a:ln>
                  <a:noFill/>
                </a:ln>
                <a:solidFill>
                  <a:schemeClr val="tx1">
                    <a:alpha val="80000"/>
                  </a:schemeClr>
                </a:solidFill>
                <a:effectLst/>
                <a:latin typeface="Arial" panose="020B0604020202020204" pitchFamily="34" charset="0"/>
              </a:rPr>
              <a:t>Microsoft 365 (Word, Excel, PowerPoint).</a:t>
            </a:r>
          </a:p>
          <a:p>
            <a:pPr marL="463550" marR="0" lvl="0" indent="-231775"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dirty="0">
                <a:ln>
                  <a:noFill/>
                </a:ln>
                <a:solidFill>
                  <a:schemeClr val="tx1">
                    <a:alpha val="80000"/>
                  </a:schemeClr>
                </a:solidFill>
                <a:effectLst/>
                <a:latin typeface="Arial" panose="020B0604020202020204" pitchFamily="34" charset="0"/>
              </a:rPr>
              <a:t>Salesforce CRM.</a:t>
            </a:r>
          </a:p>
          <a:p>
            <a:pPr marL="0" marR="0" lvl="0" indent="0" defTabSz="914400" rtl="0" eaLnBrk="0" fontAlgn="base" latinLnBrk="0" hangingPunct="0">
              <a:spcBef>
                <a:spcPct val="0"/>
              </a:spcBef>
              <a:spcAft>
                <a:spcPts val="600"/>
              </a:spcAft>
              <a:buClrTx/>
              <a:buSzTx/>
              <a:buNone/>
              <a:tabLst/>
            </a:pPr>
            <a:endParaRPr kumimoji="0" lang="en-US" altLang="en-US" sz="1600" b="0" i="0" u="none" strike="noStrike" cap="none" normalizeH="0" baseline="0" dirty="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600" b="1" i="0" u="none" strike="noStrike" cap="none" normalizeH="0" baseline="0" dirty="0">
                <a:ln>
                  <a:noFill/>
                </a:ln>
                <a:solidFill>
                  <a:schemeClr val="tx1">
                    <a:alpha val="80000"/>
                  </a:schemeClr>
                </a:solidFill>
                <a:effectLst/>
                <a:latin typeface="Arial" panose="020B0604020202020204" pitchFamily="34" charset="0"/>
              </a:rPr>
              <a:t>Use Cases:</a:t>
            </a:r>
            <a:endParaRPr kumimoji="0" lang="en-US" altLang="en-US" sz="1600" b="0" i="0" u="none" strike="noStrike" cap="none" normalizeH="0" baseline="0" dirty="0">
              <a:ln>
                <a:noFill/>
              </a:ln>
              <a:solidFill>
                <a:schemeClr val="tx1">
                  <a:alpha val="80000"/>
                </a:schemeClr>
              </a:solidFill>
              <a:effectLst/>
              <a:latin typeface="Arial" panose="020B0604020202020204" pitchFamily="34" charset="0"/>
            </a:endParaRPr>
          </a:p>
          <a:p>
            <a:pPr marL="463550" marR="0" lvl="0" indent="-231775"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dirty="0">
                <a:ln>
                  <a:noFill/>
                </a:ln>
                <a:solidFill>
                  <a:schemeClr val="tx1">
                    <a:alpha val="80000"/>
                  </a:schemeClr>
                </a:solidFill>
                <a:effectLst/>
                <a:latin typeface="Arial" panose="020B0604020202020204" pitchFamily="34" charset="0"/>
              </a:rPr>
              <a:t>Email communication.</a:t>
            </a:r>
          </a:p>
          <a:p>
            <a:pPr marL="463550" marR="0" lvl="0" indent="-231775"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dirty="0">
                <a:ln>
                  <a:noFill/>
                </a:ln>
                <a:solidFill>
                  <a:schemeClr val="tx1">
                    <a:alpha val="80000"/>
                  </a:schemeClr>
                </a:solidFill>
                <a:effectLst/>
                <a:latin typeface="Arial" panose="020B0604020202020204" pitchFamily="34" charset="0"/>
              </a:rPr>
              <a:t>Customer relationship management (CRM).</a:t>
            </a:r>
          </a:p>
          <a:p>
            <a:pPr marL="463550" marR="0" lvl="0" indent="-231775"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dirty="0">
                <a:ln>
                  <a:noFill/>
                </a:ln>
                <a:solidFill>
                  <a:schemeClr val="tx1">
                    <a:alpha val="80000"/>
                  </a:schemeClr>
                </a:solidFill>
                <a:effectLst/>
                <a:latin typeface="Arial" panose="020B0604020202020204" pitchFamily="34" charset="0"/>
              </a:rPr>
              <a:t>Office productivity.</a:t>
            </a:r>
          </a:p>
          <a:p>
            <a:pPr marL="0" marR="0" lvl="0" indent="0" defTabSz="914400" rtl="0" eaLnBrk="0" fontAlgn="base" latinLnBrk="0" hangingPunct="0">
              <a:spcBef>
                <a:spcPct val="0"/>
              </a:spcBef>
              <a:spcAft>
                <a:spcPts val="600"/>
              </a:spcAft>
              <a:buClrTx/>
              <a:buSzTx/>
              <a:buFontTx/>
              <a:buNone/>
              <a:tabLst/>
            </a:pPr>
            <a:endParaRPr kumimoji="0" lang="en-US" altLang="en-US" sz="1600" b="0" i="0" u="none" strike="noStrike" cap="none" normalizeH="0" baseline="0" dirty="0">
              <a:ln>
                <a:noFill/>
              </a:ln>
              <a:solidFill>
                <a:schemeClr val="tx1">
                  <a:alpha val="80000"/>
                </a:schemeClr>
              </a:solidFill>
              <a:effectLst/>
              <a:latin typeface="Arial" panose="020B0604020202020204" pitchFamily="34" charset="0"/>
            </a:endParaRPr>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3160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E2E9827D-0659-4DB2-8DAE-EAB4C0B6AE8C}"/>
              </a:ext>
            </a:extLst>
          </p:cNvPr>
          <p:cNvSpPr>
            <a:spLocks noGrp="1"/>
          </p:cNvSpPr>
          <p:nvPr>
            <p:ph type="title"/>
          </p:nvPr>
        </p:nvSpPr>
        <p:spPr>
          <a:xfrm>
            <a:off x="1188069" y="381935"/>
            <a:ext cx="4008583" cy="5974414"/>
          </a:xfrm>
        </p:spPr>
        <p:txBody>
          <a:bodyPr anchor="ctr">
            <a:normAutofit/>
          </a:bodyPr>
          <a:lstStyle/>
          <a:p>
            <a:r>
              <a:rPr lang="en-US" sz="8000">
                <a:solidFill>
                  <a:srgbClr val="FFFFFF"/>
                </a:solidFill>
              </a:rPr>
              <a:t>Software as a Service (SaaS)</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BECF6A9F-800E-2FE7-7179-2BA29660AB84}"/>
              </a:ext>
            </a:extLst>
          </p:cNvPr>
          <p:cNvSpPr>
            <a:spLocks noGrp="1"/>
          </p:cNvSpPr>
          <p:nvPr>
            <p:ph idx="1"/>
          </p:nvPr>
        </p:nvSpPr>
        <p:spPr>
          <a:xfrm>
            <a:off x="5998464" y="182880"/>
            <a:ext cx="5388855" cy="6498336"/>
          </a:xfrm>
        </p:spPr>
        <p:txBody>
          <a:bodyPr anchor="ctr">
            <a:normAutofit/>
          </a:bodyPr>
          <a:lstStyle/>
          <a:p>
            <a:pPr algn="just"/>
            <a:r>
              <a:rPr lang="en-US" sz="2000" dirty="0">
                <a:solidFill>
                  <a:schemeClr val="tx1">
                    <a:alpha val="80000"/>
                  </a:schemeClr>
                </a:solidFill>
              </a:rPr>
              <a:t>In today's competitive market, businesses must adopt flexible, scalable and cost-effective solutions to stay ahead. Cloud services like Google Cloud, AWS, and Microsoft Azure offer these solutions. Among them, Amazon Web Services (AWS) leads the market, offering a range of services such as Infrastructure-as-a-Service (IaaS), Platform-as-a-Service (PaaS), and Software-as-a-Service (SaaS).</a:t>
            </a:r>
          </a:p>
          <a:p>
            <a:pPr algn="just"/>
            <a:r>
              <a:rPr lang="en-US" sz="2000" dirty="0">
                <a:solidFill>
                  <a:schemeClr val="tx1">
                    <a:alpha val="80000"/>
                  </a:schemeClr>
                </a:solidFill>
              </a:rPr>
              <a:t>AWS’s SaaS solutions help businesses improve operations by making them more scalable and cost-effective while reducing infrastructure and maintenance costs. SaaS provides software applications over the Internet on a subscription basis, eliminating the need for local installation and management. It is commonly used in customer relationship management (CRM), project management, and collaboration tools.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357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295" name="Group 12294">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12296" name="Rectangle 12295">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7" name="Rectangle 12296">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298" name="Rectangle 12297">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9" name="Rectangle 12298">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29C4131E-F0EF-242A-97FF-640FA1365094}"/>
              </a:ext>
            </a:extLst>
          </p:cNvPr>
          <p:cNvSpPr>
            <a:spLocks noGrp="1"/>
          </p:cNvSpPr>
          <p:nvPr>
            <p:ph type="title"/>
          </p:nvPr>
        </p:nvSpPr>
        <p:spPr>
          <a:xfrm>
            <a:off x="288100" y="339473"/>
            <a:ext cx="4417765" cy="526482"/>
          </a:xfrm>
        </p:spPr>
        <p:txBody>
          <a:bodyPr anchor="b">
            <a:normAutofit fontScale="90000"/>
          </a:bodyPr>
          <a:lstStyle/>
          <a:p>
            <a:r>
              <a:rPr lang="en-US" sz="3200" dirty="0">
                <a:solidFill>
                  <a:srgbClr val="FFFFFF"/>
                </a:solidFill>
              </a:rPr>
              <a:t>How does a SaaS work?</a:t>
            </a:r>
          </a:p>
        </p:txBody>
      </p:sp>
      <p:sp>
        <p:nvSpPr>
          <p:cNvPr id="3" name="Content Placeholder 2">
            <a:extLst>
              <a:ext uri="{FF2B5EF4-FFF2-40B4-BE49-F238E27FC236}">
                <a16:creationId xmlns:a16="http://schemas.microsoft.com/office/drawing/2014/main" id="{3B883145-DD7A-3C79-5E5C-B22C80742513}"/>
              </a:ext>
            </a:extLst>
          </p:cNvPr>
          <p:cNvSpPr>
            <a:spLocks noGrp="1"/>
          </p:cNvSpPr>
          <p:nvPr>
            <p:ph idx="1"/>
          </p:nvPr>
        </p:nvSpPr>
        <p:spPr>
          <a:xfrm>
            <a:off x="288100" y="1194815"/>
            <a:ext cx="4417764" cy="5550839"/>
          </a:xfrm>
        </p:spPr>
        <p:txBody>
          <a:bodyPr>
            <a:normAutofit fontScale="92500" lnSpcReduction="20000"/>
          </a:bodyPr>
          <a:lstStyle/>
          <a:p>
            <a:pPr algn="just"/>
            <a:r>
              <a:rPr lang="en-US" sz="1800" dirty="0">
                <a:solidFill>
                  <a:srgbClr val="FFFFFF"/>
                </a:solidFill>
              </a:rPr>
              <a:t>Overview of SaaS Delivery Model</a:t>
            </a:r>
          </a:p>
          <a:p>
            <a:pPr marL="0" indent="0" algn="just">
              <a:buNone/>
            </a:pPr>
            <a:r>
              <a:rPr lang="en-US" sz="1800" dirty="0">
                <a:solidFill>
                  <a:srgbClr val="FFFFFF"/>
                </a:solidFill>
              </a:rPr>
              <a:t>In a SaaS delivery model, the software is hosted on the provider’s cloud infrastructure and made available to customers via the internet. Users access the application remotely through a browser, typically via a subscription-based pricing model. This setup eliminates the need for businesses to maintain their own servers, install software on each device or worry about software upgrades and patches.</a:t>
            </a:r>
          </a:p>
          <a:p>
            <a:pPr algn="just"/>
            <a:endParaRPr lang="en-US" sz="1800" dirty="0">
              <a:solidFill>
                <a:srgbClr val="FFFFFF"/>
              </a:solidFill>
            </a:endParaRPr>
          </a:p>
          <a:p>
            <a:pPr algn="just"/>
            <a:r>
              <a:rPr lang="en-US" sz="1800" dirty="0">
                <a:solidFill>
                  <a:srgbClr val="FFFFFF"/>
                </a:solidFill>
              </a:rPr>
              <a:t>Cloud-based Access and Subscription Model</a:t>
            </a:r>
          </a:p>
          <a:p>
            <a:pPr marL="0" indent="0" algn="just">
              <a:buNone/>
            </a:pPr>
            <a:r>
              <a:rPr lang="en-US" sz="1800" dirty="0">
                <a:solidFill>
                  <a:srgbClr val="FFFFFF"/>
                </a:solidFill>
              </a:rPr>
              <a:t>With SaaS, businesses only pay for the software they use often on a monthly or annual subscription basis. The subscription model is advantageous as it allows businesses to access cutting-edge software without upfront costs. Additionally, the software can be accessed from anywhere, enabling remote work and collaboration, which is especially important in today’s dynamic business environment.</a:t>
            </a:r>
          </a:p>
        </p:txBody>
      </p:sp>
      <p:pic>
        <p:nvPicPr>
          <p:cNvPr id="12290" name="Picture 2" descr="Lightbox">
            <a:extLst>
              <a:ext uri="{FF2B5EF4-FFF2-40B4-BE49-F238E27FC236}">
                <a16:creationId xmlns:a16="http://schemas.microsoft.com/office/drawing/2014/main" id="{051ED3C9-64D9-37B7-BCAB-B09E00CC5D8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69121" y="1228505"/>
            <a:ext cx="6823239" cy="44009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F78AB1C-A639-0F94-4AE6-8379ECD5D647}"/>
              </a:ext>
            </a:extLst>
          </p:cNvPr>
          <p:cNvSpPr txBox="1"/>
          <p:nvPr/>
        </p:nvSpPr>
        <p:spPr>
          <a:xfrm>
            <a:off x="5220353" y="450456"/>
            <a:ext cx="6823239" cy="400110"/>
          </a:xfrm>
          <a:prstGeom prst="rect">
            <a:avLst/>
          </a:prstGeom>
          <a:noFill/>
        </p:spPr>
        <p:txBody>
          <a:bodyPr wrap="square">
            <a:spAutoFit/>
          </a:bodyPr>
          <a:lstStyle/>
          <a:p>
            <a:pPr algn="ctr"/>
            <a:r>
              <a:rPr lang="en-US" sz="2000" dirty="0"/>
              <a:t>Top AWS SaaS Solutions for Modern Cloud Applications</a:t>
            </a:r>
          </a:p>
        </p:txBody>
      </p:sp>
    </p:spTree>
    <p:extLst>
      <p:ext uri="{BB962C8B-B14F-4D97-AF65-F5344CB8AC3E}">
        <p14:creationId xmlns:p14="http://schemas.microsoft.com/office/powerpoint/2010/main" val="1666097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2469</Words>
  <Application>Microsoft Office PowerPoint</Application>
  <PresentationFormat>Widescreen</PresentationFormat>
  <Paragraphs>181</Paragraphs>
  <Slides>23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Parallel &amp; Distributed Computing  Lecture # 7</vt:lpstr>
      <vt:lpstr>What is Cloud Computing and Distributed Frameworks?</vt:lpstr>
      <vt:lpstr>Why Study Cloud Computing and Distributed Frameworks?</vt:lpstr>
      <vt:lpstr>PowerPoint Presentation</vt:lpstr>
      <vt:lpstr>Key Characteristics of Cloud Computing</vt:lpstr>
      <vt:lpstr>How Cloud Computing Works: </vt:lpstr>
      <vt:lpstr>Types of Cloud Environments:</vt:lpstr>
      <vt:lpstr>Private Vs Public Cloud</vt:lpstr>
      <vt:lpstr>Cloud Service Models</vt:lpstr>
      <vt:lpstr>Infrastructure as a Service (IaaS):</vt:lpstr>
      <vt:lpstr>Infrastructure as a Service (IaaS):</vt:lpstr>
      <vt:lpstr>How does IaaS Architecture Work ?</vt:lpstr>
      <vt:lpstr>What are the Types of Infrastructure As a Service Resources?</vt:lpstr>
      <vt:lpstr>PowerPoint Presentation</vt:lpstr>
      <vt:lpstr>Platform as a Service (PaaS)</vt:lpstr>
      <vt:lpstr>Platform As A Service (PaaS) </vt:lpstr>
      <vt:lpstr>How does Platform as a Service(PaaS) work?</vt:lpstr>
      <vt:lpstr>How does Platform as a Service(PaaS) work?</vt:lpstr>
      <vt:lpstr>How does Platform as a Service(PaaS) work?</vt:lpstr>
      <vt:lpstr>IaaS vs PaaS vs SaaS</vt:lpstr>
      <vt:lpstr>Software as a Service (SaaS)</vt:lpstr>
      <vt:lpstr>Software as a Service (SaaS)</vt:lpstr>
      <vt:lpstr>How does a SaaS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Akbar</dc:creator>
  <cp:lastModifiedBy>Ali Akbar</cp:lastModifiedBy>
  <cp:revision>1</cp:revision>
  <dcterms:created xsi:type="dcterms:W3CDTF">2025-05-12T07:51:50Z</dcterms:created>
  <dcterms:modified xsi:type="dcterms:W3CDTF">2025-05-12T09:38:09Z</dcterms:modified>
</cp:coreProperties>
</file>