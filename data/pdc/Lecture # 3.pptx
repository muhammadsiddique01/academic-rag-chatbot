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59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37690C-B4E7-43D9-9B56-43672CA11F70}" v="46" dt="2025-03-10T15:38:35.0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>
        <p:scale>
          <a:sx n="66" d="100"/>
          <a:sy n="66" d="100"/>
        </p:scale>
        <p:origin x="141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Akbar" userId="7ad23ff2803fa24b" providerId="LiveId" clId="{AA37690C-B4E7-43D9-9B56-43672CA11F70}"/>
    <pc:docChg chg="undo custSel addSld delSld modSld">
      <pc:chgData name="Ali Akbar" userId="7ad23ff2803fa24b" providerId="LiveId" clId="{AA37690C-B4E7-43D9-9B56-43672CA11F70}" dt="2025-03-10T15:40:37.122" v="198" actId="123"/>
      <pc:docMkLst>
        <pc:docMk/>
      </pc:docMkLst>
      <pc:sldChg chg="addSp delSp modSp add mod setBg">
        <pc:chgData name="Ali Akbar" userId="7ad23ff2803fa24b" providerId="LiveId" clId="{AA37690C-B4E7-43D9-9B56-43672CA11F70}" dt="2025-03-10T15:38:35.016" v="177" actId="123"/>
        <pc:sldMkLst>
          <pc:docMk/>
          <pc:sldMk cId="0" sldId="259"/>
        </pc:sldMkLst>
        <pc:spChg chg="mod">
          <ac:chgData name="Ali Akbar" userId="7ad23ff2803fa24b" providerId="LiveId" clId="{AA37690C-B4E7-43D9-9B56-43672CA11F70}" dt="2025-03-10T15:38:25.892" v="172" actId="26606"/>
          <ac:spMkLst>
            <pc:docMk/>
            <pc:sldMk cId="0" sldId="259"/>
            <ac:spMk id="2" creationId="{00000000-0000-0000-0000-000000000000}"/>
          </ac:spMkLst>
        </pc:spChg>
        <pc:spChg chg="del">
          <ac:chgData name="Ali Akbar" userId="7ad23ff2803fa24b" providerId="LiveId" clId="{AA37690C-B4E7-43D9-9B56-43672CA11F70}" dt="2025-03-10T15:38:25.892" v="172" actId="26606"/>
          <ac:spMkLst>
            <pc:docMk/>
            <pc:sldMk cId="0" sldId="259"/>
            <ac:spMk id="3" creationId="{00000000-0000-0000-0000-000000000000}"/>
          </ac:spMkLst>
        </pc:spChg>
        <pc:spChg chg="add">
          <ac:chgData name="Ali Akbar" userId="7ad23ff2803fa24b" providerId="LiveId" clId="{AA37690C-B4E7-43D9-9B56-43672CA11F70}" dt="2025-03-10T15:38:25.892" v="172" actId="26606"/>
          <ac:spMkLst>
            <pc:docMk/>
            <pc:sldMk cId="0" sldId="259"/>
            <ac:spMk id="10" creationId="{E51BA4DF-2BD4-4EC2-B1DB-B27C8AC71864}"/>
          </ac:spMkLst>
        </pc:spChg>
        <pc:graphicFrameChg chg="add mod">
          <ac:chgData name="Ali Akbar" userId="7ad23ff2803fa24b" providerId="LiveId" clId="{AA37690C-B4E7-43D9-9B56-43672CA11F70}" dt="2025-03-10T15:38:35.016" v="177" actId="123"/>
          <ac:graphicFrameMkLst>
            <pc:docMk/>
            <pc:sldMk cId="0" sldId="259"/>
            <ac:graphicFrameMk id="5" creationId="{0824A508-73B1-CFA2-0488-855C2DCB4C2E}"/>
          </ac:graphicFrameMkLst>
        </pc:graphicFrameChg>
        <pc:picChg chg="add mod">
          <ac:chgData name="Ali Akbar" userId="7ad23ff2803fa24b" providerId="LiveId" clId="{AA37690C-B4E7-43D9-9B56-43672CA11F70}" dt="2025-03-10T15:38:32.220" v="174" actId="27614"/>
          <ac:picMkLst>
            <pc:docMk/>
            <pc:sldMk cId="0" sldId="259"/>
            <ac:picMk id="6" creationId="{319B5636-DA7B-75D9-DC92-6DC0C854F103}"/>
          </ac:picMkLst>
        </pc:picChg>
      </pc:sldChg>
      <pc:sldChg chg="addSp delSp modSp new mod setBg setClrOvrMap">
        <pc:chgData name="Ali Akbar" userId="7ad23ff2803fa24b" providerId="LiveId" clId="{AA37690C-B4E7-43D9-9B56-43672CA11F70}" dt="2025-03-10T13:10:35.547" v="12" actId="14100"/>
        <pc:sldMkLst>
          <pc:docMk/>
          <pc:sldMk cId="4057342474" sldId="266"/>
        </pc:sldMkLst>
        <pc:spChg chg="mod">
          <ac:chgData name="Ali Akbar" userId="7ad23ff2803fa24b" providerId="LiveId" clId="{AA37690C-B4E7-43D9-9B56-43672CA11F70}" dt="2025-03-10T13:10:35.547" v="12" actId="14100"/>
          <ac:spMkLst>
            <pc:docMk/>
            <pc:sldMk cId="4057342474" sldId="266"/>
            <ac:spMk id="2" creationId="{BB27E547-3870-7854-E0A1-EF85EB755E43}"/>
          </ac:spMkLst>
        </pc:spChg>
        <pc:spChg chg="del mod">
          <ac:chgData name="Ali Akbar" userId="7ad23ff2803fa24b" providerId="LiveId" clId="{AA37690C-B4E7-43D9-9B56-43672CA11F70}" dt="2025-03-10T13:10:25.812" v="9" actId="26606"/>
          <ac:spMkLst>
            <pc:docMk/>
            <pc:sldMk cId="4057342474" sldId="266"/>
            <ac:spMk id="3" creationId="{63731699-3B87-7E2D-BFDC-A49A66AC2FF5}"/>
          </ac:spMkLst>
        </pc:spChg>
        <pc:spChg chg="add">
          <ac:chgData name="Ali Akbar" userId="7ad23ff2803fa24b" providerId="LiveId" clId="{AA37690C-B4E7-43D9-9B56-43672CA11F70}" dt="2025-03-10T13:10:25.812" v="9" actId="26606"/>
          <ac:spMkLst>
            <pc:docMk/>
            <pc:sldMk cId="4057342474" sldId="266"/>
            <ac:spMk id="9" creationId="{A3EFF7B1-6CB7-47D1-AD37-B870CA2B2151}"/>
          </ac:spMkLst>
        </pc:spChg>
        <pc:spChg chg="add">
          <ac:chgData name="Ali Akbar" userId="7ad23ff2803fa24b" providerId="LiveId" clId="{AA37690C-B4E7-43D9-9B56-43672CA11F70}" dt="2025-03-10T13:10:25.812" v="9" actId="26606"/>
          <ac:spMkLst>
            <pc:docMk/>
            <pc:sldMk cId="4057342474" sldId="266"/>
            <ac:spMk id="11" creationId="{7FA2962B-21B6-4689-A95D-A8FF6ADE47F1}"/>
          </ac:spMkLst>
        </pc:spChg>
        <pc:spChg chg="add">
          <ac:chgData name="Ali Akbar" userId="7ad23ff2803fa24b" providerId="LiveId" clId="{AA37690C-B4E7-43D9-9B56-43672CA11F70}" dt="2025-03-10T13:10:25.812" v="9" actId="26606"/>
          <ac:spMkLst>
            <pc:docMk/>
            <pc:sldMk cId="4057342474" sldId="266"/>
            <ac:spMk id="27" creationId="{A00D2CE1-35C1-46E6-BD59-CEE668BD90F4}"/>
          </ac:spMkLst>
        </pc:spChg>
        <pc:spChg chg="add">
          <ac:chgData name="Ali Akbar" userId="7ad23ff2803fa24b" providerId="LiveId" clId="{AA37690C-B4E7-43D9-9B56-43672CA11F70}" dt="2025-03-10T13:10:25.812" v="9" actId="26606"/>
          <ac:spMkLst>
            <pc:docMk/>
            <pc:sldMk cId="4057342474" sldId="266"/>
            <ac:spMk id="35" creationId="{E18403B7-F2C7-4C07-8522-21C31910902C}"/>
          </ac:spMkLst>
        </pc:spChg>
        <pc:grpChg chg="add">
          <ac:chgData name="Ali Akbar" userId="7ad23ff2803fa24b" providerId="LiveId" clId="{AA37690C-B4E7-43D9-9B56-43672CA11F70}" dt="2025-03-10T13:10:25.812" v="9" actId="26606"/>
          <ac:grpSpMkLst>
            <pc:docMk/>
            <pc:sldMk cId="4057342474" sldId="266"/>
            <ac:grpSpMk id="13" creationId="{A745280D-ED36-41FE-8EB1-CE597C99CFE8}"/>
          </ac:grpSpMkLst>
        </pc:grpChg>
        <pc:grpChg chg="add">
          <ac:chgData name="Ali Akbar" userId="7ad23ff2803fa24b" providerId="LiveId" clId="{AA37690C-B4E7-43D9-9B56-43672CA11F70}" dt="2025-03-10T13:10:25.812" v="9" actId="26606"/>
          <ac:grpSpMkLst>
            <pc:docMk/>
            <pc:sldMk cId="4057342474" sldId="266"/>
            <ac:grpSpMk id="19" creationId="{80E95A5C-1E97-41C3-9DEC-245FF6DEBF1F}"/>
          </ac:grpSpMkLst>
        </pc:grpChg>
        <pc:grpChg chg="add">
          <ac:chgData name="Ali Akbar" userId="7ad23ff2803fa24b" providerId="LiveId" clId="{AA37690C-B4E7-43D9-9B56-43672CA11F70}" dt="2025-03-10T13:10:25.812" v="9" actId="26606"/>
          <ac:grpSpMkLst>
            <pc:docMk/>
            <pc:sldMk cId="4057342474" sldId="266"/>
            <ac:grpSpMk id="37" creationId="{23B58CC6-A99E-43AF-A467-256F19287FB8}"/>
          </ac:grpSpMkLst>
        </pc:grpChg>
        <pc:graphicFrameChg chg="add">
          <ac:chgData name="Ali Akbar" userId="7ad23ff2803fa24b" providerId="LiveId" clId="{AA37690C-B4E7-43D9-9B56-43672CA11F70}" dt="2025-03-10T13:10:25.812" v="9" actId="26606"/>
          <ac:graphicFrameMkLst>
            <pc:docMk/>
            <pc:sldMk cId="4057342474" sldId="266"/>
            <ac:graphicFrameMk id="5" creationId="{C59F9727-D5A0-CEC4-B564-C5551552E7A6}"/>
          </ac:graphicFrameMkLst>
        </pc:graphicFrameChg>
      </pc:sldChg>
      <pc:sldChg chg="addSp delSp modSp new mod setBg">
        <pc:chgData name="Ali Akbar" userId="7ad23ff2803fa24b" providerId="LiveId" clId="{AA37690C-B4E7-43D9-9B56-43672CA11F70}" dt="2025-03-10T13:14:59.533" v="51" actId="14100"/>
        <pc:sldMkLst>
          <pc:docMk/>
          <pc:sldMk cId="1985413999" sldId="267"/>
        </pc:sldMkLst>
        <pc:spChg chg="mod">
          <ac:chgData name="Ali Akbar" userId="7ad23ff2803fa24b" providerId="LiveId" clId="{AA37690C-B4E7-43D9-9B56-43672CA11F70}" dt="2025-03-10T13:14:42.003" v="44" actId="26606"/>
          <ac:spMkLst>
            <pc:docMk/>
            <pc:sldMk cId="1985413999" sldId="267"/>
            <ac:spMk id="2" creationId="{F87496FD-9306-E59F-BE80-C3BA538472D9}"/>
          </ac:spMkLst>
        </pc:spChg>
        <pc:spChg chg="mod">
          <ac:chgData name="Ali Akbar" userId="7ad23ff2803fa24b" providerId="LiveId" clId="{AA37690C-B4E7-43D9-9B56-43672CA11F70}" dt="2025-03-10T13:14:42.003" v="44" actId="26606"/>
          <ac:spMkLst>
            <pc:docMk/>
            <pc:sldMk cId="1985413999" sldId="267"/>
            <ac:spMk id="3" creationId="{11EC46D8-060E-602E-687E-F9F8A3DB253A}"/>
          </ac:spMkLst>
        </pc:spChg>
        <pc:spChg chg="add del">
          <ac:chgData name="Ali Akbar" userId="7ad23ff2803fa24b" providerId="LiveId" clId="{AA37690C-B4E7-43D9-9B56-43672CA11F70}" dt="2025-03-10T13:14:42.003" v="44" actId="26606"/>
          <ac:spMkLst>
            <pc:docMk/>
            <pc:sldMk cId="1985413999" sldId="267"/>
            <ac:spMk id="1031" creationId="{2B97F24A-32CE-4C1C-A50D-3016B394DCFB}"/>
          </ac:spMkLst>
        </pc:spChg>
        <pc:spChg chg="add del">
          <ac:chgData name="Ali Akbar" userId="7ad23ff2803fa24b" providerId="LiveId" clId="{AA37690C-B4E7-43D9-9B56-43672CA11F70}" dt="2025-03-10T13:14:42.003" v="44" actId="26606"/>
          <ac:spMkLst>
            <pc:docMk/>
            <pc:sldMk cId="1985413999" sldId="267"/>
            <ac:spMk id="1033" creationId="{CD8B4F24-440B-49E9-B85D-733523DC064B}"/>
          </ac:spMkLst>
        </pc:spChg>
        <pc:spChg chg="add del">
          <ac:chgData name="Ali Akbar" userId="7ad23ff2803fa24b" providerId="LiveId" clId="{AA37690C-B4E7-43D9-9B56-43672CA11F70}" dt="2025-03-10T13:14:31.878" v="43" actId="26606"/>
          <ac:spMkLst>
            <pc:docMk/>
            <pc:sldMk cId="1985413999" sldId="267"/>
            <ac:spMk id="1038" creationId="{32AEEBC8-9D30-42EF-95F2-386C2653FBF0}"/>
          </ac:spMkLst>
        </pc:spChg>
        <pc:spChg chg="add del">
          <ac:chgData name="Ali Akbar" userId="7ad23ff2803fa24b" providerId="LiveId" clId="{AA37690C-B4E7-43D9-9B56-43672CA11F70}" dt="2025-03-10T13:14:31.878" v="43" actId="26606"/>
          <ac:spMkLst>
            <pc:docMk/>
            <pc:sldMk cId="1985413999" sldId="267"/>
            <ac:spMk id="1040" creationId="{2E92FA66-67D7-4CB4-94D3-E643A9AD4757}"/>
          </ac:spMkLst>
        </pc:spChg>
        <pc:grpChg chg="add">
          <ac:chgData name="Ali Akbar" userId="7ad23ff2803fa24b" providerId="LiveId" clId="{AA37690C-B4E7-43D9-9B56-43672CA11F70}" dt="2025-03-10T13:14:42.003" v="44" actId="26606"/>
          <ac:grpSpMkLst>
            <pc:docMk/>
            <pc:sldMk cId="1985413999" sldId="267"/>
            <ac:grpSpMk id="1035" creationId="{114ED94A-C85D-4CD3-4205-438D21CE6B38}"/>
          </ac:grpSpMkLst>
        </pc:grpChg>
        <pc:picChg chg="add mod">
          <ac:chgData name="Ali Akbar" userId="7ad23ff2803fa24b" providerId="LiveId" clId="{AA37690C-B4E7-43D9-9B56-43672CA11F70}" dt="2025-03-10T13:14:59.533" v="51" actId="14100"/>
          <ac:picMkLst>
            <pc:docMk/>
            <pc:sldMk cId="1985413999" sldId="267"/>
            <ac:picMk id="1026" creationId="{2D442C46-C1E0-0C0F-2C0F-B3CF3858D076}"/>
          </ac:picMkLst>
        </pc:picChg>
      </pc:sldChg>
      <pc:sldChg chg="addSp delSp modSp new mod setBg">
        <pc:chgData name="Ali Akbar" userId="7ad23ff2803fa24b" providerId="LiveId" clId="{AA37690C-B4E7-43D9-9B56-43672CA11F70}" dt="2025-03-10T13:15:52.298" v="63" actId="14100"/>
        <pc:sldMkLst>
          <pc:docMk/>
          <pc:sldMk cId="1196340877" sldId="268"/>
        </pc:sldMkLst>
        <pc:spChg chg="mod">
          <ac:chgData name="Ali Akbar" userId="7ad23ff2803fa24b" providerId="LiveId" clId="{AA37690C-B4E7-43D9-9B56-43672CA11F70}" dt="2025-03-10T13:15:35.189" v="57" actId="26606"/>
          <ac:spMkLst>
            <pc:docMk/>
            <pc:sldMk cId="1196340877" sldId="268"/>
            <ac:spMk id="2" creationId="{BF84D6B9-7CC7-49DF-8A78-5E15F88FB77C}"/>
          </ac:spMkLst>
        </pc:spChg>
        <pc:spChg chg="mod">
          <ac:chgData name="Ali Akbar" userId="7ad23ff2803fa24b" providerId="LiveId" clId="{AA37690C-B4E7-43D9-9B56-43672CA11F70}" dt="2025-03-10T13:15:52.298" v="63" actId="14100"/>
          <ac:spMkLst>
            <pc:docMk/>
            <pc:sldMk cId="1196340877" sldId="268"/>
            <ac:spMk id="3" creationId="{FB57EF51-AFD9-E1E4-A821-8D6E83174A86}"/>
          </ac:spMkLst>
        </pc:spChg>
        <pc:spChg chg="add">
          <ac:chgData name="Ali Akbar" userId="7ad23ff2803fa24b" providerId="LiveId" clId="{AA37690C-B4E7-43D9-9B56-43672CA11F70}" dt="2025-03-10T13:15:35.189" v="57" actId="26606"/>
          <ac:spMkLst>
            <pc:docMk/>
            <pc:sldMk cId="1196340877" sldId="268"/>
            <ac:spMk id="8" creationId="{907EF6B7-1338-4443-8C46-6A318D952DFD}"/>
          </ac:spMkLst>
        </pc:spChg>
        <pc:spChg chg="add del">
          <ac:chgData name="Ali Akbar" userId="7ad23ff2803fa24b" providerId="LiveId" clId="{AA37690C-B4E7-43D9-9B56-43672CA11F70}" dt="2025-03-10T13:15:35.173" v="56" actId="26606"/>
          <ac:spMkLst>
            <pc:docMk/>
            <pc:sldMk cId="1196340877" sldId="268"/>
            <ac:spMk id="9" creationId="{3ECBE1F1-D69B-4AFA-ABD5-8E41720EF6DE}"/>
          </ac:spMkLst>
        </pc:spChg>
        <pc:spChg chg="add">
          <ac:chgData name="Ali Akbar" userId="7ad23ff2803fa24b" providerId="LiveId" clId="{AA37690C-B4E7-43D9-9B56-43672CA11F70}" dt="2025-03-10T13:15:35.189" v="57" actId="26606"/>
          <ac:spMkLst>
            <pc:docMk/>
            <pc:sldMk cId="1196340877" sldId="268"/>
            <ac:spMk id="12" creationId="{081E4A58-353D-44AE-B2FC-2A74E2E400F7}"/>
          </ac:spMkLst>
        </pc:spChg>
        <pc:spChg chg="add del">
          <ac:chgData name="Ali Akbar" userId="7ad23ff2803fa24b" providerId="LiveId" clId="{AA37690C-B4E7-43D9-9B56-43672CA11F70}" dt="2025-03-10T13:15:35.173" v="56" actId="26606"/>
          <ac:spMkLst>
            <pc:docMk/>
            <pc:sldMk cId="1196340877" sldId="268"/>
            <ac:spMk id="16" creationId="{603A6265-E10C-4B85-9C20-E75FCAF9CC63}"/>
          </ac:spMkLst>
        </pc:spChg>
        <pc:spChg chg="add">
          <ac:chgData name="Ali Akbar" userId="7ad23ff2803fa24b" providerId="LiveId" clId="{AA37690C-B4E7-43D9-9B56-43672CA11F70}" dt="2025-03-10T13:15:35.189" v="57" actId="26606"/>
          <ac:spMkLst>
            <pc:docMk/>
            <pc:sldMk cId="1196340877" sldId="268"/>
            <ac:spMk id="18" creationId="{DAAE4CDD-124C-4DCF-9584-B6033B545DD5}"/>
          </ac:spMkLst>
        </pc:spChg>
        <pc:grpChg chg="add del">
          <ac:chgData name="Ali Akbar" userId="7ad23ff2803fa24b" providerId="LiveId" clId="{AA37690C-B4E7-43D9-9B56-43672CA11F70}" dt="2025-03-10T13:15:32.079" v="54" actId="26606"/>
          <ac:grpSpMkLst>
            <pc:docMk/>
            <pc:sldMk cId="1196340877" sldId="268"/>
            <ac:grpSpMk id="10" creationId="{114ED94A-C85D-4CD3-4205-438D21CE6B38}"/>
          </ac:grpSpMkLst>
        </pc:grpChg>
        <pc:picChg chg="add del">
          <ac:chgData name="Ali Akbar" userId="7ad23ff2803fa24b" providerId="LiveId" clId="{AA37690C-B4E7-43D9-9B56-43672CA11F70}" dt="2025-03-10T13:15:35.173" v="56" actId="26606"/>
          <ac:picMkLst>
            <pc:docMk/>
            <pc:sldMk cId="1196340877" sldId="268"/>
            <ac:picMk id="5" creationId="{A5B68E53-5BBB-BE6A-F6F6-6FDCCCF29AAE}"/>
          </ac:picMkLst>
        </pc:picChg>
        <pc:picChg chg="add del">
          <ac:chgData name="Ali Akbar" userId="7ad23ff2803fa24b" providerId="LiveId" clId="{AA37690C-B4E7-43D9-9B56-43672CA11F70}" dt="2025-03-10T13:15:32.079" v="54" actId="26606"/>
          <ac:picMkLst>
            <pc:docMk/>
            <pc:sldMk cId="1196340877" sldId="268"/>
            <ac:picMk id="7" creationId="{9771EEED-07EA-E1D4-7483-9CC232CDFDC6}"/>
          </ac:picMkLst>
        </pc:picChg>
      </pc:sldChg>
      <pc:sldChg chg="addSp modSp new mod setBg">
        <pc:chgData name="Ali Akbar" userId="7ad23ff2803fa24b" providerId="LiveId" clId="{AA37690C-B4E7-43D9-9B56-43672CA11F70}" dt="2025-03-10T13:33:35.288" v="110" actId="14100"/>
        <pc:sldMkLst>
          <pc:docMk/>
          <pc:sldMk cId="689057703" sldId="269"/>
        </pc:sldMkLst>
        <pc:spChg chg="mod">
          <ac:chgData name="Ali Akbar" userId="7ad23ff2803fa24b" providerId="LiveId" clId="{AA37690C-B4E7-43D9-9B56-43672CA11F70}" dt="2025-03-10T13:33:01.253" v="95" actId="14100"/>
          <ac:spMkLst>
            <pc:docMk/>
            <pc:sldMk cId="689057703" sldId="269"/>
            <ac:spMk id="2" creationId="{CC471F0B-5B89-8015-F828-1D44222ADD86}"/>
          </ac:spMkLst>
        </pc:spChg>
        <pc:spChg chg="mod">
          <ac:chgData name="Ali Akbar" userId="7ad23ff2803fa24b" providerId="LiveId" clId="{AA37690C-B4E7-43D9-9B56-43672CA11F70}" dt="2025-03-10T13:33:21.596" v="105" actId="14100"/>
          <ac:spMkLst>
            <pc:docMk/>
            <pc:sldMk cId="689057703" sldId="269"/>
            <ac:spMk id="3" creationId="{CE2FB145-63EC-806B-B6C9-A94F2396A3C5}"/>
          </ac:spMkLst>
        </pc:spChg>
        <pc:grpChg chg="add">
          <ac:chgData name="Ali Akbar" userId="7ad23ff2803fa24b" providerId="LiveId" clId="{AA37690C-B4E7-43D9-9B56-43672CA11F70}" dt="2025-03-10T13:32:42.425" v="85" actId="26606"/>
          <ac:grpSpMkLst>
            <pc:docMk/>
            <pc:sldMk cId="689057703" sldId="269"/>
            <ac:grpSpMk id="2055" creationId="{114ED94A-C85D-4CD3-4205-438D21CE6B38}"/>
          </ac:grpSpMkLst>
        </pc:grpChg>
        <pc:picChg chg="add mod">
          <ac:chgData name="Ali Akbar" userId="7ad23ff2803fa24b" providerId="LiveId" clId="{AA37690C-B4E7-43D9-9B56-43672CA11F70}" dt="2025-03-10T13:33:35.288" v="110" actId="14100"/>
          <ac:picMkLst>
            <pc:docMk/>
            <pc:sldMk cId="689057703" sldId="269"/>
            <ac:picMk id="2050" creationId="{4DF4CA25-B90E-8834-8C9A-E704185D72A7}"/>
          </ac:picMkLst>
        </pc:picChg>
      </pc:sldChg>
      <pc:sldChg chg="addSp modSp new mod setBg">
        <pc:chgData name="Ali Akbar" userId="7ad23ff2803fa24b" providerId="LiveId" clId="{AA37690C-B4E7-43D9-9B56-43672CA11F70}" dt="2025-03-10T14:08:16.761" v="123" actId="14100"/>
        <pc:sldMkLst>
          <pc:docMk/>
          <pc:sldMk cId="4291811313" sldId="270"/>
        </pc:sldMkLst>
        <pc:spChg chg="mod">
          <ac:chgData name="Ali Akbar" userId="7ad23ff2803fa24b" providerId="LiveId" clId="{AA37690C-B4E7-43D9-9B56-43672CA11F70}" dt="2025-03-10T14:08:16.761" v="123" actId="14100"/>
          <ac:spMkLst>
            <pc:docMk/>
            <pc:sldMk cId="4291811313" sldId="270"/>
            <ac:spMk id="2" creationId="{693F5399-4F78-BC92-5168-5D1E3F095D52}"/>
          </ac:spMkLst>
        </pc:spChg>
        <pc:spChg chg="mod">
          <ac:chgData name="Ali Akbar" userId="7ad23ff2803fa24b" providerId="LiveId" clId="{AA37690C-B4E7-43D9-9B56-43672CA11F70}" dt="2025-03-10T14:08:01.948" v="117" actId="123"/>
          <ac:spMkLst>
            <pc:docMk/>
            <pc:sldMk cId="4291811313" sldId="270"/>
            <ac:spMk id="3" creationId="{AEDEFC77-74E5-01F9-E570-1A581124E3F9}"/>
          </ac:spMkLst>
        </pc:spChg>
        <pc:spChg chg="add">
          <ac:chgData name="Ali Akbar" userId="7ad23ff2803fa24b" providerId="LiveId" clId="{AA37690C-B4E7-43D9-9B56-43672CA11F70}" dt="2025-03-10T14:07:50.293" v="114" actId="26606"/>
          <ac:spMkLst>
            <pc:docMk/>
            <pc:sldMk cId="4291811313" sldId="270"/>
            <ac:spMk id="9" creationId="{9F7D5CDA-D291-4307-BF55-1381FED29634}"/>
          </ac:spMkLst>
        </pc:spChg>
        <pc:spChg chg="add">
          <ac:chgData name="Ali Akbar" userId="7ad23ff2803fa24b" providerId="LiveId" clId="{AA37690C-B4E7-43D9-9B56-43672CA11F70}" dt="2025-03-10T14:07:50.293" v="114" actId="26606"/>
          <ac:spMkLst>
            <pc:docMk/>
            <pc:sldMk cId="4291811313" sldId="270"/>
            <ac:spMk id="11" creationId="{59B296B9-C5A5-4E4F-9B60-C907B5F1466C}"/>
          </ac:spMkLst>
        </pc:spChg>
        <pc:spChg chg="add">
          <ac:chgData name="Ali Akbar" userId="7ad23ff2803fa24b" providerId="LiveId" clId="{AA37690C-B4E7-43D9-9B56-43672CA11F70}" dt="2025-03-10T14:07:50.293" v="114" actId="26606"/>
          <ac:spMkLst>
            <pc:docMk/>
            <pc:sldMk cId="4291811313" sldId="270"/>
            <ac:spMk id="13" creationId="{D0300FD3-5AF1-6305-15FA-9078072672E2}"/>
          </ac:spMkLst>
        </pc:spChg>
        <pc:picChg chg="add">
          <ac:chgData name="Ali Akbar" userId="7ad23ff2803fa24b" providerId="LiveId" clId="{AA37690C-B4E7-43D9-9B56-43672CA11F70}" dt="2025-03-10T14:07:50.293" v="114" actId="26606"/>
          <ac:picMkLst>
            <pc:docMk/>
            <pc:sldMk cId="4291811313" sldId="270"/>
            <ac:picMk id="5" creationId="{8E5282E4-CE9C-85CD-C443-1C99574805E8}"/>
          </ac:picMkLst>
        </pc:picChg>
      </pc:sldChg>
      <pc:sldChg chg="addSp delSp modSp new del mod">
        <pc:chgData name="Ali Akbar" userId="7ad23ff2803fa24b" providerId="LiveId" clId="{AA37690C-B4E7-43D9-9B56-43672CA11F70}" dt="2025-03-10T15:27:26.293" v="139" actId="2696"/>
        <pc:sldMkLst>
          <pc:docMk/>
          <pc:sldMk cId="1662972947" sldId="271"/>
        </pc:sldMkLst>
        <pc:spChg chg="del">
          <ac:chgData name="Ali Akbar" userId="7ad23ff2803fa24b" providerId="LiveId" clId="{AA37690C-B4E7-43D9-9B56-43672CA11F70}" dt="2025-03-10T15:24:57.269" v="126" actId="478"/>
          <ac:spMkLst>
            <pc:docMk/>
            <pc:sldMk cId="1662972947" sldId="271"/>
            <ac:spMk id="2" creationId="{8B6BED54-696A-D3A3-521A-4B18376FC293}"/>
          </ac:spMkLst>
        </pc:spChg>
        <pc:spChg chg="del">
          <ac:chgData name="Ali Akbar" userId="7ad23ff2803fa24b" providerId="LiveId" clId="{AA37690C-B4E7-43D9-9B56-43672CA11F70}" dt="2025-03-10T15:24:54.926" v="125" actId="478"/>
          <ac:spMkLst>
            <pc:docMk/>
            <pc:sldMk cId="1662972947" sldId="271"/>
            <ac:spMk id="3" creationId="{0EC20924-D55D-1650-8FC8-362C2A88BB46}"/>
          </ac:spMkLst>
        </pc:spChg>
        <pc:graphicFrameChg chg="add mod modGraphic">
          <ac:chgData name="Ali Akbar" userId="7ad23ff2803fa24b" providerId="LiveId" clId="{AA37690C-B4E7-43D9-9B56-43672CA11F70}" dt="2025-03-10T15:27:04.903" v="138"/>
          <ac:graphicFrameMkLst>
            <pc:docMk/>
            <pc:sldMk cId="1662972947" sldId="271"/>
            <ac:graphicFrameMk id="4" creationId="{C89DEEB1-0694-AD92-D269-F8C53B19ED5F}"/>
          </ac:graphicFrameMkLst>
        </pc:graphicFrameChg>
      </pc:sldChg>
      <pc:sldChg chg="addSp delSp modSp new mod">
        <pc:chgData name="Ali Akbar" userId="7ad23ff2803fa24b" providerId="LiveId" clId="{AA37690C-B4E7-43D9-9B56-43672CA11F70}" dt="2025-03-10T15:36:56.629" v="153" actId="1076"/>
        <pc:sldMkLst>
          <pc:docMk/>
          <pc:sldMk cId="4107711872" sldId="271"/>
        </pc:sldMkLst>
        <pc:spChg chg="mod">
          <ac:chgData name="Ali Akbar" userId="7ad23ff2803fa24b" providerId="LiveId" clId="{AA37690C-B4E7-43D9-9B56-43672CA11F70}" dt="2025-03-10T15:28:02.468" v="141"/>
          <ac:spMkLst>
            <pc:docMk/>
            <pc:sldMk cId="4107711872" sldId="271"/>
            <ac:spMk id="2" creationId="{20216017-131F-2D59-9892-86500A83951E}"/>
          </ac:spMkLst>
        </pc:spChg>
        <pc:spChg chg="del">
          <ac:chgData name="Ali Akbar" userId="7ad23ff2803fa24b" providerId="LiveId" clId="{AA37690C-B4E7-43D9-9B56-43672CA11F70}" dt="2025-03-10T15:36:14.954" v="145" actId="478"/>
          <ac:spMkLst>
            <pc:docMk/>
            <pc:sldMk cId="4107711872" sldId="271"/>
            <ac:spMk id="3" creationId="{F5CD8DB2-A750-E264-8125-EC0E5294C3B2}"/>
          </ac:spMkLst>
        </pc:spChg>
        <pc:spChg chg="add mod">
          <ac:chgData name="Ali Akbar" userId="7ad23ff2803fa24b" providerId="LiveId" clId="{AA37690C-B4E7-43D9-9B56-43672CA11F70}" dt="2025-03-10T15:36:56.629" v="153" actId="1076"/>
          <ac:spMkLst>
            <pc:docMk/>
            <pc:sldMk cId="4107711872" sldId="271"/>
            <ac:spMk id="5" creationId="{A1C8C62A-FE03-EB86-F365-06573E5899CD}"/>
          </ac:spMkLst>
        </pc:spChg>
      </pc:sldChg>
      <pc:sldChg chg="addSp delSp modSp add mod setBg">
        <pc:chgData name="Ali Akbar" userId="7ad23ff2803fa24b" providerId="LiveId" clId="{AA37690C-B4E7-43D9-9B56-43672CA11F70}" dt="2025-03-10T15:37:31.846" v="161" actId="6549"/>
        <pc:sldMkLst>
          <pc:docMk/>
          <pc:sldMk cId="0" sldId="272"/>
        </pc:sldMkLst>
        <pc:spChg chg="mod">
          <ac:chgData name="Ali Akbar" userId="7ad23ff2803fa24b" providerId="LiveId" clId="{AA37690C-B4E7-43D9-9B56-43672CA11F70}" dt="2025-03-10T15:37:15.566" v="156" actId="26606"/>
          <ac:spMkLst>
            <pc:docMk/>
            <pc:sldMk cId="0" sldId="272"/>
            <ac:spMk id="2" creationId="{00000000-0000-0000-0000-000000000000}"/>
          </ac:spMkLst>
        </pc:spChg>
        <pc:spChg chg="add del">
          <ac:chgData name="Ali Akbar" userId="7ad23ff2803fa24b" providerId="LiveId" clId="{AA37690C-B4E7-43D9-9B56-43672CA11F70}" dt="2025-03-10T15:37:15.566" v="156" actId="26606"/>
          <ac:spMkLst>
            <pc:docMk/>
            <pc:sldMk cId="0" sldId="272"/>
            <ac:spMk id="3" creationId="{00000000-0000-0000-0000-000000000000}"/>
          </ac:spMkLst>
        </pc:spChg>
        <pc:spChg chg="add del">
          <ac:chgData name="Ali Akbar" userId="7ad23ff2803fa24b" providerId="LiveId" clId="{AA37690C-B4E7-43D9-9B56-43672CA11F70}" dt="2025-03-10T15:37:15.550" v="155" actId="26606"/>
          <ac:spMkLst>
            <pc:docMk/>
            <pc:sldMk cId="0" sldId="272"/>
            <ac:spMk id="9" creationId="{BACC6370-2D7E-4714-9D71-7542949D7D5D}"/>
          </ac:spMkLst>
        </pc:spChg>
        <pc:spChg chg="add del">
          <ac:chgData name="Ali Akbar" userId="7ad23ff2803fa24b" providerId="LiveId" clId="{AA37690C-B4E7-43D9-9B56-43672CA11F70}" dt="2025-03-10T15:37:15.550" v="155" actId="26606"/>
          <ac:spMkLst>
            <pc:docMk/>
            <pc:sldMk cId="0" sldId="272"/>
            <ac:spMk id="11" creationId="{F68B3F68-107C-434F-AA38-110D5EA91B85}"/>
          </ac:spMkLst>
        </pc:spChg>
        <pc:spChg chg="add del">
          <ac:chgData name="Ali Akbar" userId="7ad23ff2803fa24b" providerId="LiveId" clId="{AA37690C-B4E7-43D9-9B56-43672CA11F70}" dt="2025-03-10T15:37:15.550" v="155" actId="26606"/>
          <ac:spMkLst>
            <pc:docMk/>
            <pc:sldMk cId="0" sldId="272"/>
            <ac:spMk id="13" creationId="{AAD0DBB9-1A4B-4391-81D4-CB19F9AB918A}"/>
          </ac:spMkLst>
        </pc:spChg>
        <pc:spChg chg="add del">
          <ac:chgData name="Ali Akbar" userId="7ad23ff2803fa24b" providerId="LiveId" clId="{AA37690C-B4E7-43D9-9B56-43672CA11F70}" dt="2025-03-10T15:37:15.550" v="155" actId="26606"/>
          <ac:spMkLst>
            <pc:docMk/>
            <pc:sldMk cId="0" sldId="272"/>
            <ac:spMk id="15" creationId="{063BBA22-50EA-4C4D-BE05-F1CE4E63AA56}"/>
          </ac:spMkLst>
        </pc:spChg>
        <pc:spChg chg="add mod">
          <ac:chgData name="Ali Akbar" userId="7ad23ff2803fa24b" providerId="LiveId" clId="{AA37690C-B4E7-43D9-9B56-43672CA11F70}" dt="2025-03-10T15:37:31.846" v="161" actId="6549"/>
          <ac:spMkLst>
            <pc:docMk/>
            <pc:sldMk cId="0" sldId="272"/>
            <ac:spMk id="19" creationId="{00000000-0000-0000-0000-000000000000}"/>
          </ac:spMkLst>
        </pc:spChg>
        <pc:graphicFrameChg chg="add del">
          <ac:chgData name="Ali Akbar" userId="7ad23ff2803fa24b" providerId="LiveId" clId="{AA37690C-B4E7-43D9-9B56-43672CA11F70}" dt="2025-03-10T15:37:15.550" v="155" actId="26606"/>
          <ac:graphicFrameMkLst>
            <pc:docMk/>
            <pc:sldMk cId="0" sldId="272"/>
            <ac:graphicFrameMk id="5" creationId="{BA21A305-95B2-FC7D-9D20-A0D3A8925F58}"/>
          </ac:graphicFrameMkLst>
        </pc:graphicFrameChg>
        <pc:picChg chg="add">
          <ac:chgData name="Ali Akbar" userId="7ad23ff2803fa24b" providerId="LiveId" clId="{AA37690C-B4E7-43D9-9B56-43672CA11F70}" dt="2025-03-10T15:37:15.566" v="156" actId="26606"/>
          <ac:picMkLst>
            <pc:docMk/>
            <pc:sldMk cId="0" sldId="272"/>
            <ac:picMk id="17" creationId="{798310DF-3475-5051-CD01-A92924CA8A5F}"/>
          </ac:picMkLst>
        </pc:picChg>
        <pc:cxnChg chg="add">
          <ac:chgData name="Ali Akbar" userId="7ad23ff2803fa24b" providerId="LiveId" clId="{AA37690C-B4E7-43D9-9B56-43672CA11F70}" dt="2025-03-10T15:37:15.566" v="156" actId="26606"/>
          <ac:cxnSpMkLst>
            <pc:docMk/>
            <pc:sldMk cId="0" sldId="272"/>
            <ac:cxnSpMk id="18" creationId="{1503BFE4-729B-D9D0-C17B-501E6AF1127A}"/>
          </ac:cxnSpMkLst>
        </pc:cxnChg>
      </pc:sldChg>
      <pc:sldChg chg="addSp delSp modSp add mod setBg">
        <pc:chgData name="Ali Akbar" userId="7ad23ff2803fa24b" providerId="LiveId" clId="{AA37690C-B4E7-43D9-9B56-43672CA11F70}" dt="2025-03-10T15:38:09.548" v="171" actId="123"/>
        <pc:sldMkLst>
          <pc:docMk/>
          <pc:sldMk cId="0" sldId="273"/>
        </pc:sldMkLst>
        <pc:spChg chg="mod">
          <ac:chgData name="Ali Akbar" userId="7ad23ff2803fa24b" providerId="LiveId" clId="{AA37690C-B4E7-43D9-9B56-43672CA11F70}" dt="2025-03-10T15:37:44.408" v="164" actId="26606"/>
          <ac:spMkLst>
            <pc:docMk/>
            <pc:sldMk cId="0" sldId="273"/>
            <ac:spMk id="2" creationId="{00000000-0000-0000-0000-000000000000}"/>
          </ac:spMkLst>
        </pc:spChg>
        <pc:spChg chg="mod">
          <ac:chgData name="Ali Akbar" userId="7ad23ff2803fa24b" providerId="LiveId" clId="{AA37690C-B4E7-43D9-9B56-43672CA11F70}" dt="2025-03-10T15:38:09.548" v="171" actId="123"/>
          <ac:spMkLst>
            <pc:docMk/>
            <pc:sldMk cId="0" sldId="273"/>
            <ac:spMk id="3" creationId="{00000000-0000-0000-0000-000000000000}"/>
          </ac:spMkLst>
        </pc:spChg>
        <pc:spChg chg="add">
          <ac:chgData name="Ali Akbar" userId="7ad23ff2803fa24b" providerId="LiveId" clId="{AA37690C-B4E7-43D9-9B56-43672CA11F70}" dt="2025-03-10T15:37:44.408" v="164" actId="26606"/>
          <ac:spMkLst>
            <pc:docMk/>
            <pc:sldMk cId="0" sldId="273"/>
            <ac:spMk id="11" creationId="{603A6265-E10C-4B85-9C20-E75FCAF9CC63}"/>
          </ac:spMkLst>
        </pc:spChg>
        <pc:spChg chg="add">
          <ac:chgData name="Ali Akbar" userId="7ad23ff2803fa24b" providerId="LiveId" clId="{AA37690C-B4E7-43D9-9B56-43672CA11F70}" dt="2025-03-10T15:37:44.408" v="164" actId="26606"/>
          <ac:spMkLst>
            <pc:docMk/>
            <pc:sldMk cId="0" sldId="273"/>
            <ac:spMk id="12" creationId="{3ECBE1F1-D69B-4AFA-ABD5-8E41720EF6DE}"/>
          </ac:spMkLst>
        </pc:spChg>
        <pc:picChg chg="add del">
          <ac:chgData name="Ali Akbar" userId="7ad23ff2803fa24b" providerId="LiveId" clId="{AA37690C-B4E7-43D9-9B56-43672CA11F70}" dt="2025-03-10T15:37:44.393" v="163" actId="26606"/>
          <ac:picMkLst>
            <pc:docMk/>
            <pc:sldMk cId="0" sldId="273"/>
            <ac:picMk id="5" creationId="{BBA10750-F899-4DD0-CD1B-69C64B685C9F}"/>
          </ac:picMkLst>
        </pc:picChg>
        <pc:picChg chg="add">
          <ac:chgData name="Ali Akbar" userId="7ad23ff2803fa24b" providerId="LiveId" clId="{AA37690C-B4E7-43D9-9B56-43672CA11F70}" dt="2025-03-10T15:37:44.408" v="164" actId="26606"/>
          <ac:picMkLst>
            <pc:docMk/>
            <pc:sldMk cId="0" sldId="273"/>
            <ac:picMk id="13" creationId="{E0BF4060-04E8-C9D2-8ECE-A6B6CFC550B6}"/>
          </ac:picMkLst>
        </pc:picChg>
        <pc:cxnChg chg="add del">
          <ac:chgData name="Ali Akbar" userId="7ad23ff2803fa24b" providerId="LiveId" clId="{AA37690C-B4E7-43D9-9B56-43672CA11F70}" dt="2025-03-10T15:37:44.393" v="163" actId="26606"/>
          <ac:cxnSpMkLst>
            <pc:docMk/>
            <pc:sldMk cId="0" sldId="273"/>
            <ac:cxnSpMk id="9" creationId="{1503BFE4-729B-D9D0-C17B-501E6AF1127A}"/>
          </ac:cxnSpMkLst>
        </pc:cxnChg>
      </pc:sldChg>
      <pc:sldChg chg="addSp delSp modSp add mod setBg">
        <pc:chgData name="Ali Akbar" userId="7ad23ff2803fa24b" providerId="LiveId" clId="{AA37690C-B4E7-43D9-9B56-43672CA11F70}" dt="2025-03-10T15:39:50.717" v="192" actId="404"/>
        <pc:sldMkLst>
          <pc:docMk/>
          <pc:sldMk cId="0" sldId="274"/>
        </pc:sldMkLst>
        <pc:spChg chg="mod">
          <ac:chgData name="Ali Akbar" userId="7ad23ff2803fa24b" providerId="LiveId" clId="{AA37690C-B4E7-43D9-9B56-43672CA11F70}" dt="2025-03-10T15:39:40.530" v="187" actId="26606"/>
          <ac:spMkLst>
            <pc:docMk/>
            <pc:sldMk cId="0" sldId="274"/>
            <ac:spMk id="2" creationId="{00000000-0000-0000-0000-000000000000}"/>
          </ac:spMkLst>
        </pc:spChg>
        <pc:spChg chg="del">
          <ac:chgData name="Ali Akbar" userId="7ad23ff2803fa24b" providerId="LiveId" clId="{AA37690C-B4E7-43D9-9B56-43672CA11F70}" dt="2025-03-10T15:38:46.016" v="178" actId="26606"/>
          <ac:spMkLst>
            <pc:docMk/>
            <pc:sldMk cId="0" sldId="274"/>
            <ac:spMk id="3" creationId="{00000000-0000-0000-0000-000000000000}"/>
          </ac:spMkLst>
        </pc:spChg>
        <pc:spChg chg="add">
          <ac:chgData name="Ali Akbar" userId="7ad23ff2803fa24b" providerId="LiveId" clId="{AA37690C-B4E7-43D9-9B56-43672CA11F70}" dt="2025-03-10T15:39:40.530" v="187" actId="26606"/>
          <ac:spMkLst>
            <pc:docMk/>
            <pc:sldMk cId="0" sldId="274"/>
            <ac:spMk id="10" creationId="{6C4028FD-8BAA-4A19-BFDE-594D991B7552}"/>
          </ac:spMkLst>
        </pc:spChg>
        <pc:graphicFrameChg chg="add mod modGraphic">
          <ac:chgData name="Ali Akbar" userId="7ad23ff2803fa24b" providerId="LiveId" clId="{AA37690C-B4E7-43D9-9B56-43672CA11F70}" dt="2025-03-10T15:39:50.717" v="192" actId="404"/>
          <ac:graphicFrameMkLst>
            <pc:docMk/>
            <pc:sldMk cId="0" sldId="274"/>
            <ac:graphicFrameMk id="5" creationId="{DC2556DE-AC82-641B-8BEE-E98063E06834}"/>
          </ac:graphicFrameMkLst>
        </pc:graphicFrameChg>
      </pc:sldChg>
      <pc:sldChg chg="addSp delSp modSp add mod setBg">
        <pc:chgData name="Ali Akbar" userId="7ad23ff2803fa24b" providerId="LiveId" clId="{AA37690C-B4E7-43D9-9B56-43672CA11F70}" dt="2025-03-10T15:39:19.515" v="186" actId="26606"/>
        <pc:sldMkLst>
          <pc:docMk/>
          <pc:sldMk cId="0" sldId="275"/>
        </pc:sldMkLst>
        <pc:spChg chg="mod">
          <ac:chgData name="Ali Akbar" userId="7ad23ff2803fa24b" providerId="LiveId" clId="{AA37690C-B4E7-43D9-9B56-43672CA11F70}" dt="2025-03-10T15:39:19.515" v="186" actId="26606"/>
          <ac:spMkLst>
            <pc:docMk/>
            <pc:sldMk cId="0" sldId="275"/>
            <ac:spMk id="2" creationId="{00000000-0000-0000-0000-000000000000}"/>
          </ac:spMkLst>
        </pc:spChg>
        <pc:spChg chg="del">
          <ac:chgData name="Ali Akbar" userId="7ad23ff2803fa24b" providerId="LiveId" clId="{AA37690C-B4E7-43D9-9B56-43672CA11F70}" dt="2025-03-10T15:39:19.515" v="186" actId="26606"/>
          <ac:spMkLst>
            <pc:docMk/>
            <pc:sldMk cId="0" sldId="275"/>
            <ac:spMk id="3" creationId="{00000000-0000-0000-0000-000000000000}"/>
          </ac:spMkLst>
        </pc:spChg>
        <pc:spChg chg="add">
          <ac:chgData name="Ali Akbar" userId="7ad23ff2803fa24b" providerId="LiveId" clId="{AA37690C-B4E7-43D9-9B56-43672CA11F70}" dt="2025-03-10T15:39:19.515" v="186" actId="26606"/>
          <ac:spMkLst>
            <pc:docMk/>
            <pc:sldMk cId="0" sldId="275"/>
            <ac:spMk id="9" creationId="{BACC6370-2D7E-4714-9D71-7542949D7D5D}"/>
          </ac:spMkLst>
        </pc:spChg>
        <pc:spChg chg="add">
          <ac:chgData name="Ali Akbar" userId="7ad23ff2803fa24b" providerId="LiveId" clId="{AA37690C-B4E7-43D9-9B56-43672CA11F70}" dt="2025-03-10T15:39:19.515" v="186" actId="26606"/>
          <ac:spMkLst>
            <pc:docMk/>
            <pc:sldMk cId="0" sldId="275"/>
            <ac:spMk id="11" creationId="{256B2C21-A230-48C0-8DF1-C46611373C44}"/>
          </ac:spMkLst>
        </pc:spChg>
        <pc:spChg chg="add">
          <ac:chgData name="Ali Akbar" userId="7ad23ff2803fa24b" providerId="LiveId" clId="{AA37690C-B4E7-43D9-9B56-43672CA11F70}" dt="2025-03-10T15:39:19.515" v="186" actId="26606"/>
          <ac:spMkLst>
            <pc:docMk/>
            <pc:sldMk cId="0" sldId="275"/>
            <ac:spMk id="13" creationId="{3847E18C-932D-4C95-AABA-FEC7C9499AD7}"/>
          </ac:spMkLst>
        </pc:spChg>
        <pc:spChg chg="add">
          <ac:chgData name="Ali Akbar" userId="7ad23ff2803fa24b" providerId="LiveId" clId="{AA37690C-B4E7-43D9-9B56-43672CA11F70}" dt="2025-03-10T15:39:19.515" v="186" actId="26606"/>
          <ac:spMkLst>
            <pc:docMk/>
            <pc:sldMk cId="0" sldId="275"/>
            <ac:spMk id="15" creationId="{3150CB11-0C61-439E-910F-5787759E72A0}"/>
          </ac:spMkLst>
        </pc:spChg>
        <pc:spChg chg="add">
          <ac:chgData name="Ali Akbar" userId="7ad23ff2803fa24b" providerId="LiveId" clId="{AA37690C-B4E7-43D9-9B56-43672CA11F70}" dt="2025-03-10T15:39:19.515" v="186" actId="26606"/>
          <ac:spMkLst>
            <pc:docMk/>
            <pc:sldMk cId="0" sldId="275"/>
            <ac:spMk id="17" creationId="{43F8A58B-5155-44CE-A5FF-7647B47D0A7A}"/>
          </ac:spMkLst>
        </pc:spChg>
        <pc:spChg chg="add">
          <ac:chgData name="Ali Akbar" userId="7ad23ff2803fa24b" providerId="LiveId" clId="{AA37690C-B4E7-43D9-9B56-43672CA11F70}" dt="2025-03-10T15:39:19.515" v="186" actId="26606"/>
          <ac:spMkLst>
            <pc:docMk/>
            <pc:sldMk cId="0" sldId="275"/>
            <ac:spMk id="19" creationId="{443F2ACA-E6D6-4028-82DD-F03C262D5DE6}"/>
          </ac:spMkLst>
        </pc:spChg>
        <pc:graphicFrameChg chg="add">
          <ac:chgData name="Ali Akbar" userId="7ad23ff2803fa24b" providerId="LiveId" clId="{AA37690C-B4E7-43D9-9B56-43672CA11F70}" dt="2025-03-10T15:39:19.515" v="186" actId="26606"/>
          <ac:graphicFrameMkLst>
            <pc:docMk/>
            <pc:sldMk cId="0" sldId="275"/>
            <ac:graphicFrameMk id="5" creationId="{39D80326-9DEE-DF80-6203-4329501FBA70}"/>
          </ac:graphicFrameMkLst>
        </pc:graphicFrameChg>
      </pc:sldChg>
      <pc:sldChg chg="addSp modSp add mod setBg">
        <pc:chgData name="Ali Akbar" userId="7ad23ff2803fa24b" providerId="LiveId" clId="{AA37690C-B4E7-43D9-9B56-43672CA11F70}" dt="2025-03-10T15:40:37.122" v="198" actId="123"/>
        <pc:sldMkLst>
          <pc:docMk/>
          <pc:sldMk cId="0" sldId="276"/>
        </pc:sldMkLst>
        <pc:spChg chg="mod">
          <ac:chgData name="Ali Akbar" userId="7ad23ff2803fa24b" providerId="LiveId" clId="{AA37690C-B4E7-43D9-9B56-43672CA11F70}" dt="2025-03-10T15:40:30.373" v="193" actId="26606"/>
          <ac:spMkLst>
            <pc:docMk/>
            <pc:sldMk cId="0" sldId="276"/>
            <ac:spMk id="2" creationId="{00000000-0000-0000-0000-000000000000}"/>
          </ac:spMkLst>
        </pc:spChg>
        <pc:spChg chg="mod">
          <ac:chgData name="Ali Akbar" userId="7ad23ff2803fa24b" providerId="LiveId" clId="{AA37690C-B4E7-43D9-9B56-43672CA11F70}" dt="2025-03-10T15:40:37.122" v="198" actId="123"/>
          <ac:spMkLst>
            <pc:docMk/>
            <pc:sldMk cId="0" sldId="276"/>
            <ac:spMk id="3" creationId="{00000000-0000-0000-0000-000000000000}"/>
          </ac:spMkLst>
        </pc:spChg>
        <pc:spChg chg="add">
          <ac:chgData name="Ali Akbar" userId="7ad23ff2803fa24b" providerId="LiveId" clId="{AA37690C-B4E7-43D9-9B56-43672CA11F70}" dt="2025-03-10T15:40:30.373" v="193" actId="26606"/>
          <ac:spMkLst>
            <pc:docMk/>
            <pc:sldMk cId="0" sldId="276"/>
            <ac:spMk id="8" creationId="{09588DA8-065E-4F6F-8EFD-43104AB2E0CF}"/>
          </ac:spMkLst>
        </pc:spChg>
        <pc:spChg chg="add">
          <ac:chgData name="Ali Akbar" userId="7ad23ff2803fa24b" providerId="LiveId" clId="{AA37690C-B4E7-43D9-9B56-43672CA11F70}" dt="2025-03-10T15:40:30.373" v="193" actId="26606"/>
          <ac:spMkLst>
            <pc:docMk/>
            <pc:sldMk cId="0" sldId="276"/>
            <ac:spMk id="10" creationId="{C4285719-470E-454C-AF62-8323075F1F5B}"/>
          </ac:spMkLst>
        </pc:spChg>
        <pc:spChg chg="add">
          <ac:chgData name="Ali Akbar" userId="7ad23ff2803fa24b" providerId="LiveId" clId="{AA37690C-B4E7-43D9-9B56-43672CA11F70}" dt="2025-03-10T15:40:30.373" v="193" actId="26606"/>
          <ac:spMkLst>
            <pc:docMk/>
            <pc:sldMk cId="0" sldId="276"/>
            <ac:spMk id="12" creationId="{CD9FE4EF-C4D8-49A0-B2FF-81D8DB7D8A24}"/>
          </ac:spMkLst>
        </pc:spChg>
        <pc:spChg chg="add">
          <ac:chgData name="Ali Akbar" userId="7ad23ff2803fa24b" providerId="LiveId" clId="{AA37690C-B4E7-43D9-9B56-43672CA11F70}" dt="2025-03-10T15:40:30.373" v="193" actId="26606"/>
          <ac:spMkLst>
            <pc:docMk/>
            <pc:sldMk cId="0" sldId="276"/>
            <ac:spMk id="14" creationId="{4300840D-0A0B-4512-BACA-B439D5B9C57C}"/>
          </ac:spMkLst>
        </pc:spChg>
        <pc:spChg chg="add">
          <ac:chgData name="Ali Akbar" userId="7ad23ff2803fa24b" providerId="LiveId" clId="{AA37690C-B4E7-43D9-9B56-43672CA11F70}" dt="2025-03-10T15:40:30.373" v="193" actId="26606"/>
          <ac:spMkLst>
            <pc:docMk/>
            <pc:sldMk cId="0" sldId="276"/>
            <ac:spMk id="16" creationId="{D2B78728-A580-49A7-84F9-6EF6F583ADE0}"/>
          </ac:spMkLst>
        </pc:spChg>
        <pc:spChg chg="add">
          <ac:chgData name="Ali Akbar" userId="7ad23ff2803fa24b" providerId="LiveId" clId="{AA37690C-B4E7-43D9-9B56-43672CA11F70}" dt="2025-03-10T15:40:30.373" v="193" actId="26606"/>
          <ac:spMkLst>
            <pc:docMk/>
            <pc:sldMk cId="0" sldId="276"/>
            <ac:spMk id="18" creationId="{38FAA1A1-D861-433F-88FA-1E9D6FD31D11}"/>
          </ac:spMkLst>
        </pc:spChg>
        <pc:spChg chg="add">
          <ac:chgData name="Ali Akbar" userId="7ad23ff2803fa24b" providerId="LiveId" clId="{AA37690C-B4E7-43D9-9B56-43672CA11F70}" dt="2025-03-10T15:40:30.373" v="193" actId="26606"/>
          <ac:spMkLst>
            <pc:docMk/>
            <pc:sldMk cId="0" sldId="276"/>
            <ac:spMk id="20" creationId="{8D71EDA1-87BF-4D5D-AB79-F346FD19278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75C936-4903-4C32-B3EA-F438343C0ED0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FD1BB3C-CAE5-40B2-B232-DBA0F5BED8F4}">
      <dgm:prSet/>
      <dgm:spPr/>
      <dgm:t>
        <a:bodyPr/>
        <a:lstStyle/>
        <a:p>
          <a:r>
            <a:rPr lang="en-US" dirty="0"/>
            <a:t>A thread is a lightweight process that runs independently within a program.</a:t>
          </a:r>
        </a:p>
      </dgm:t>
    </dgm:pt>
    <dgm:pt modelId="{1E2D9E0F-990C-4C6B-84CF-8BC6F8E283EB}" type="parTrans" cxnId="{0E42F493-EEAA-44DC-A256-A241EF55B327}">
      <dgm:prSet/>
      <dgm:spPr/>
      <dgm:t>
        <a:bodyPr/>
        <a:lstStyle/>
        <a:p>
          <a:endParaRPr lang="en-US"/>
        </a:p>
      </dgm:t>
    </dgm:pt>
    <dgm:pt modelId="{2CEB274B-6495-4540-8BF7-8671EFDD09C7}" type="sibTrans" cxnId="{0E42F493-EEAA-44DC-A256-A241EF55B327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28086569-33C0-4C47-9BFE-DF7055C7A4DF}">
      <dgm:prSet/>
      <dgm:spPr/>
      <dgm:t>
        <a:bodyPr/>
        <a:lstStyle/>
        <a:p>
          <a:r>
            <a:rPr lang="en-US" dirty="0"/>
            <a:t>Threads share the same memory space but can execute different parts of a program simultaneously.</a:t>
          </a:r>
        </a:p>
      </dgm:t>
    </dgm:pt>
    <dgm:pt modelId="{3F417E86-CDE4-47F1-A9A2-D105E63CD272}" type="parTrans" cxnId="{5A391321-6F32-42B7-86DD-0947E82003E6}">
      <dgm:prSet/>
      <dgm:spPr/>
      <dgm:t>
        <a:bodyPr/>
        <a:lstStyle/>
        <a:p>
          <a:endParaRPr lang="en-US"/>
        </a:p>
      </dgm:t>
    </dgm:pt>
    <dgm:pt modelId="{4BCF9179-F136-4242-A8CF-30805F18E2B9}" type="sibTrans" cxnId="{5A391321-6F32-42B7-86DD-0947E82003E6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E47DC406-EF34-4B12-9987-7BB9AEE7ADDB}">
      <dgm:prSet/>
      <dgm:spPr/>
      <dgm:t>
        <a:bodyPr/>
        <a:lstStyle/>
        <a:p>
          <a:r>
            <a:rPr lang="en-US"/>
            <a:t>Used in modern computing to improve performance and responsiveness.</a:t>
          </a:r>
        </a:p>
      </dgm:t>
    </dgm:pt>
    <dgm:pt modelId="{D376BE1D-B4FC-44EB-AF6B-3B34DFE5B418}" type="parTrans" cxnId="{A6CC08E6-5713-4249-B0CC-72FDD41176F2}">
      <dgm:prSet/>
      <dgm:spPr/>
      <dgm:t>
        <a:bodyPr/>
        <a:lstStyle/>
        <a:p>
          <a:endParaRPr lang="en-US"/>
        </a:p>
      </dgm:t>
    </dgm:pt>
    <dgm:pt modelId="{D54BD455-6789-40A3-ADD2-EA986CBCB4EA}" type="sibTrans" cxnId="{A6CC08E6-5713-4249-B0CC-72FDD41176F2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0DFC4F19-6AA6-4BC6-8933-1B04A0EAEF99}" type="pres">
      <dgm:prSet presAssocID="{9D75C936-4903-4C32-B3EA-F438343C0ED0}" presName="Name0" presStyleCnt="0">
        <dgm:presLayoutVars>
          <dgm:animLvl val="lvl"/>
          <dgm:resizeHandles val="exact"/>
        </dgm:presLayoutVars>
      </dgm:prSet>
      <dgm:spPr/>
    </dgm:pt>
    <dgm:pt modelId="{2C9A3D99-81A0-4CDD-8A91-E6C3157D54AE}" type="pres">
      <dgm:prSet presAssocID="{EFD1BB3C-CAE5-40B2-B232-DBA0F5BED8F4}" presName="compositeNode" presStyleCnt="0">
        <dgm:presLayoutVars>
          <dgm:bulletEnabled val="1"/>
        </dgm:presLayoutVars>
      </dgm:prSet>
      <dgm:spPr/>
    </dgm:pt>
    <dgm:pt modelId="{A986858D-2903-4AC1-88B7-23242097BCAD}" type="pres">
      <dgm:prSet presAssocID="{EFD1BB3C-CAE5-40B2-B232-DBA0F5BED8F4}" presName="bgRect" presStyleLbl="alignNode1" presStyleIdx="0" presStyleCnt="3"/>
      <dgm:spPr/>
    </dgm:pt>
    <dgm:pt modelId="{94338875-0F9B-4564-B368-04183B218CD3}" type="pres">
      <dgm:prSet presAssocID="{2CEB274B-6495-4540-8BF7-8671EFDD09C7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1673F9BA-FB38-4614-A6C5-10B04E6C33D8}" type="pres">
      <dgm:prSet presAssocID="{EFD1BB3C-CAE5-40B2-B232-DBA0F5BED8F4}" presName="nodeRect" presStyleLbl="alignNode1" presStyleIdx="0" presStyleCnt="3">
        <dgm:presLayoutVars>
          <dgm:bulletEnabled val="1"/>
        </dgm:presLayoutVars>
      </dgm:prSet>
      <dgm:spPr/>
    </dgm:pt>
    <dgm:pt modelId="{CFD034EB-ECF2-4C6C-B63E-B1819C1AB6CB}" type="pres">
      <dgm:prSet presAssocID="{2CEB274B-6495-4540-8BF7-8671EFDD09C7}" presName="sibTrans" presStyleCnt="0"/>
      <dgm:spPr/>
    </dgm:pt>
    <dgm:pt modelId="{728A7F8A-79CB-4D2C-BFED-2A45E9BD99D0}" type="pres">
      <dgm:prSet presAssocID="{28086569-33C0-4C47-9BFE-DF7055C7A4DF}" presName="compositeNode" presStyleCnt="0">
        <dgm:presLayoutVars>
          <dgm:bulletEnabled val="1"/>
        </dgm:presLayoutVars>
      </dgm:prSet>
      <dgm:spPr/>
    </dgm:pt>
    <dgm:pt modelId="{CC47C161-E2F7-40BF-89A0-48EEE901B32F}" type="pres">
      <dgm:prSet presAssocID="{28086569-33C0-4C47-9BFE-DF7055C7A4DF}" presName="bgRect" presStyleLbl="alignNode1" presStyleIdx="1" presStyleCnt="3"/>
      <dgm:spPr/>
    </dgm:pt>
    <dgm:pt modelId="{9BAEA934-01C2-4510-94F7-E503E49FCEA3}" type="pres">
      <dgm:prSet presAssocID="{4BCF9179-F136-4242-A8CF-30805F18E2B9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909F1C28-0AE3-4D12-8C7C-E9DBFB5CA65B}" type="pres">
      <dgm:prSet presAssocID="{28086569-33C0-4C47-9BFE-DF7055C7A4DF}" presName="nodeRect" presStyleLbl="alignNode1" presStyleIdx="1" presStyleCnt="3">
        <dgm:presLayoutVars>
          <dgm:bulletEnabled val="1"/>
        </dgm:presLayoutVars>
      </dgm:prSet>
      <dgm:spPr/>
    </dgm:pt>
    <dgm:pt modelId="{CDEC9548-DD57-4BE7-8361-36B35723A0D3}" type="pres">
      <dgm:prSet presAssocID="{4BCF9179-F136-4242-A8CF-30805F18E2B9}" presName="sibTrans" presStyleCnt="0"/>
      <dgm:spPr/>
    </dgm:pt>
    <dgm:pt modelId="{772D6196-75AF-4E1D-8E21-3D03AA5DA615}" type="pres">
      <dgm:prSet presAssocID="{E47DC406-EF34-4B12-9987-7BB9AEE7ADDB}" presName="compositeNode" presStyleCnt="0">
        <dgm:presLayoutVars>
          <dgm:bulletEnabled val="1"/>
        </dgm:presLayoutVars>
      </dgm:prSet>
      <dgm:spPr/>
    </dgm:pt>
    <dgm:pt modelId="{3601A1D5-9B95-4D48-9488-0B93042820DF}" type="pres">
      <dgm:prSet presAssocID="{E47DC406-EF34-4B12-9987-7BB9AEE7ADDB}" presName="bgRect" presStyleLbl="alignNode1" presStyleIdx="2" presStyleCnt="3"/>
      <dgm:spPr/>
    </dgm:pt>
    <dgm:pt modelId="{CE7DC816-FB4F-4378-9B83-5096D4AD4A28}" type="pres">
      <dgm:prSet presAssocID="{D54BD455-6789-40A3-ADD2-EA986CBCB4EA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AA963724-2A54-4E23-887F-DAF0F89A64D0}" type="pres">
      <dgm:prSet presAssocID="{E47DC406-EF34-4B12-9987-7BB9AEE7ADDB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8A507A0E-618D-4137-BAA1-D27D9009A37B}" type="presOf" srcId="{28086569-33C0-4C47-9BFE-DF7055C7A4DF}" destId="{909F1C28-0AE3-4D12-8C7C-E9DBFB5CA65B}" srcOrd="1" destOrd="0" presId="urn:microsoft.com/office/officeart/2016/7/layout/LinearBlockProcessNumbered"/>
    <dgm:cxn modelId="{BC7C2E16-137F-44FA-AFBB-C88ABB1E3307}" type="presOf" srcId="{EFD1BB3C-CAE5-40B2-B232-DBA0F5BED8F4}" destId="{1673F9BA-FB38-4614-A6C5-10B04E6C33D8}" srcOrd="1" destOrd="0" presId="urn:microsoft.com/office/officeart/2016/7/layout/LinearBlockProcessNumbered"/>
    <dgm:cxn modelId="{5A391321-6F32-42B7-86DD-0947E82003E6}" srcId="{9D75C936-4903-4C32-B3EA-F438343C0ED0}" destId="{28086569-33C0-4C47-9BFE-DF7055C7A4DF}" srcOrd="1" destOrd="0" parTransId="{3F417E86-CDE4-47F1-A9A2-D105E63CD272}" sibTransId="{4BCF9179-F136-4242-A8CF-30805F18E2B9}"/>
    <dgm:cxn modelId="{1BC09C45-489E-4D38-93C4-DC1AF206F9CC}" type="presOf" srcId="{D54BD455-6789-40A3-ADD2-EA986CBCB4EA}" destId="{CE7DC816-FB4F-4378-9B83-5096D4AD4A28}" srcOrd="0" destOrd="0" presId="urn:microsoft.com/office/officeart/2016/7/layout/LinearBlockProcessNumbered"/>
    <dgm:cxn modelId="{D0EB0067-66E7-4D61-98A6-8E58E993F99E}" type="presOf" srcId="{E47DC406-EF34-4B12-9987-7BB9AEE7ADDB}" destId="{3601A1D5-9B95-4D48-9488-0B93042820DF}" srcOrd="0" destOrd="0" presId="urn:microsoft.com/office/officeart/2016/7/layout/LinearBlockProcessNumbered"/>
    <dgm:cxn modelId="{7BC9B76E-AFC9-4BEA-BB11-C65747C709FE}" type="presOf" srcId="{28086569-33C0-4C47-9BFE-DF7055C7A4DF}" destId="{CC47C161-E2F7-40BF-89A0-48EEE901B32F}" srcOrd="0" destOrd="0" presId="urn:microsoft.com/office/officeart/2016/7/layout/LinearBlockProcessNumbered"/>
    <dgm:cxn modelId="{A3E79C59-1E59-4753-8A5C-2AED657EFA70}" type="presOf" srcId="{9D75C936-4903-4C32-B3EA-F438343C0ED0}" destId="{0DFC4F19-6AA6-4BC6-8933-1B04A0EAEF99}" srcOrd="0" destOrd="0" presId="urn:microsoft.com/office/officeart/2016/7/layout/LinearBlockProcessNumbered"/>
    <dgm:cxn modelId="{0E42F493-EEAA-44DC-A256-A241EF55B327}" srcId="{9D75C936-4903-4C32-B3EA-F438343C0ED0}" destId="{EFD1BB3C-CAE5-40B2-B232-DBA0F5BED8F4}" srcOrd="0" destOrd="0" parTransId="{1E2D9E0F-990C-4C6B-84CF-8BC6F8E283EB}" sibTransId="{2CEB274B-6495-4540-8BF7-8671EFDD09C7}"/>
    <dgm:cxn modelId="{573EC1AF-94D8-4A13-936D-B715E307CEDD}" type="presOf" srcId="{EFD1BB3C-CAE5-40B2-B232-DBA0F5BED8F4}" destId="{A986858D-2903-4AC1-88B7-23242097BCAD}" srcOrd="0" destOrd="0" presId="urn:microsoft.com/office/officeart/2016/7/layout/LinearBlockProcessNumbered"/>
    <dgm:cxn modelId="{8CDCBEC1-FC44-4423-8E54-EF955C379A2B}" type="presOf" srcId="{E47DC406-EF34-4B12-9987-7BB9AEE7ADDB}" destId="{AA963724-2A54-4E23-887F-DAF0F89A64D0}" srcOrd="1" destOrd="0" presId="urn:microsoft.com/office/officeart/2016/7/layout/LinearBlockProcessNumbered"/>
    <dgm:cxn modelId="{AEA615D2-6D13-47B9-81D7-59C57D3709C4}" type="presOf" srcId="{2CEB274B-6495-4540-8BF7-8671EFDD09C7}" destId="{94338875-0F9B-4564-B368-04183B218CD3}" srcOrd="0" destOrd="0" presId="urn:microsoft.com/office/officeart/2016/7/layout/LinearBlockProcessNumbered"/>
    <dgm:cxn modelId="{A6CC08E6-5713-4249-B0CC-72FDD41176F2}" srcId="{9D75C936-4903-4C32-B3EA-F438343C0ED0}" destId="{E47DC406-EF34-4B12-9987-7BB9AEE7ADDB}" srcOrd="2" destOrd="0" parTransId="{D376BE1D-B4FC-44EB-AF6B-3B34DFE5B418}" sibTransId="{D54BD455-6789-40A3-ADD2-EA986CBCB4EA}"/>
    <dgm:cxn modelId="{70A23DFE-3E59-4393-8220-6E44B393CBBC}" type="presOf" srcId="{4BCF9179-F136-4242-A8CF-30805F18E2B9}" destId="{9BAEA934-01C2-4510-94F7-E503E49FCEA3}" srcOrd="0" destOrd="0" presId="urn:microsoft.com/office/officeart/2016/7/layout/LinearBlockProcessNumbered"/>
    <dgm:cxn modelId="{4F663ACB-FD21-4055-B1F4-97FD057BA276}" type="presParOf" srcId="{0DFC4F19-6AA6-4BC6-8933-1B04A0EAEF99}" destId="{2C9A3D99-81A0-4CDD-8A91-E6C3157D54AE}" srcOrd="0" destOrd="0" presId="urn:microsoft.com/office/officeart/2016/7/layout/LinearBlockProcessNumbered"/>
    <dgm:cxn modelId="{3BE3DF4D-1350-40CD-A066-8E0D4C0680BE}" type="presParOf" srcId="{2C9A3D99-81A0-4CDD-8A91-E6C3157D54AE}" destId="{A986858D-2903-4AC1-88B7-23242097BCAD}" srcOrd="0" destOrd="0" presId="urn:microsoft.com/office/officeart/2016/7/layout/LinearBlockProcessNumbered"/>
    <dgm:cxn modelId="{661C2C56-3005-457B-AD01-E31A428BF17D}" type="presParOf" srcId="{2C9A3D99-81A0-4CDD-8A91-E6C3157D54AE}" destId="{94338875-0F9B-4564-B368-04183B218CD3}" srcOrd="1" destOrd="0" presId="urn:microsoft.com/office/officeart/2016/7/layout/LinearBlockProcessNumbered"/>
    <dgm:cxn modelId="{1D28E441-29DE-404E-BACB-1B5CF93BE98B}" type="presParOf" srcId="{2C9A3D99-81A0-4CDD-8A91-E6C3157D54AE}" destId="{1673F9BA-FB38-4614-A6C5-10B04E6C33D8}" srcOrd="2" destOrd="0" presId="urn:microsoft.com/office/officeart/2016/7/layout/LinearBlockProcessNumbered"/>
    <dgm:cxn modelId="{A3E4A2C0-E0BC-49F8-B374-538F9B4B68F3}" type="presParOf" srcId="{0DFC4F19-6AA6-4BC6-8933-1B04A0EAEF99}" destId="{CFD034EB-ECF2-4C6C-B63E-B1819C1AB6CB}" srcOrd="1" destOrd="0" presId="urn:microsoft.com/office/officeart/2016/7/layout/LinearBlockProcessNumbered"/>
    <dgm:cxn modelId="{39FCB0B5-F8AC-4DB5-BB4B-08019F871218}" type="presParOf" srcId="{0DFC4F19-6AA6-4BC6-8933-1B04A0EAEF99}" destId="{728A7F8A-79CB-4D2C-BFED-2A45E9BD99D0}" srcOrd="2" destOrd="0" presId="urn:microsoft.com/office/officeart/2016/7/layout/LinearBlockProcessNumbered"/>
    <dgm:cxn modelId="{9F6DB3BA-07B7-49D9-82EF-9A1C0A389E52}" type="presParOf" srcId="{728A7F8A-79CB-4D2C-BFED-2A45E9BD99D0}" destId="{CC47C161-E2F7-40BF-89A0-48EEE901B32F}" srcOrd="0" destOrd="0" presId="urn:microsoft.com/office/officeart/2016/7/layout/LinearBlockProcessNumbered"/>
    <dgm:cxn modelId="{6137EC7B-ADCB-4723-9375-E13F3C00E6BE}" type="presParOf" srcId="{728A7F8A-79CB-4D2C-BFED-2A45E9BD99D0}" destId="{9BAEA934-01C2-4510-94F7-E503E49FCEA3}" srcOrd="1" destOrd="0" presId="urn:microsoft.com/office/officeart/2016/7/layout/LinearBlockProcessNumbered"/>
    <dgm:cxn modelId="{73DA6EA0-A8A7-419E-89C9-E08A66A19327}" type="presParOf" srcId="{728A7F8A-79CB-4D2C-BFED-2A45E9BD99D0}" destId="{909F1C28-0AE3-4D12-8C7C-E9DBFB5CA65B}" srcOrd="2" destOrd="0" presId="urn:microsoft.com/office/officeart/2016/7/layout/LinearBlockProcessNumbered"/>
    <dgm:cxn modelId="{52E692D9-72FA-4353-A94F-884A49F9B6F7}" type="presParOf" srcId="{0DFC4F19-6AA6-4BC6-8933-1B04A0EAEF99}" destId="{CDEC9548-DD57-4BE7-8361-36B35723A0D3}" srcOrd="3" destOrd="0" presId="urn:microsoft.com/office/officeart/2016/7/layout/LinearBlockProcessNumbered"/>
    <dgm:cxn modelId="{9BBC885A-8648-4356-AE95-08B431406359}" type="presParOf" srcId="{0DFC4F19-6AA6-4BC6-8933-1B04A0EAEF99}" destId="{772D6196-75AF-4E1D-8E21-3D03AA5DA615}" srcOrd="4" destOrd="0" presId="urn:microsoft.com/office/officeart/2016/7/layout/LinearBlockProcessNumbered"/>
    <dgm:cxn modelId="{9CB1B079-64E4-441C-B319-2776994F04A8}" type="presParOf" srcId="{772D6196-75AF-4E1D-8E21-3D03AA5DA615}" destId="{3601A1D5-9B95-4D48-9488-0B93042820DF}" srcOrd="0" destOrd="0" presId="urn:microsoft.com/office/officeart/2016/7/layout/LinearBlockProcessNumbered"/>
    <dgm:cxn modelId="{72B4BE32-C8E6-4A57-8238-6472C7552A1E}" type="presParOf" srcId="{772D6196-75AF-4E1D-8E21-3D03AA5DA615}" destId="{CE7DC816-FB4F-4378-9B83-5096D4AD4A28}" srcOrd="1" destOrd="0" presId="urn:microsoft.com/office/officeart/2016/7/layout/LinearBlockProcessNumbered"/>
    <dgm:cxn modelId="{B90380A2-8EC0-4710-BD7A-21E2496359AE}" type="presParOf" srcId="{772D6196-75AF-4E1D-8E21-3D03AA5DA615}" destId="{AA963724-2A54-4E23-887F-DAF0F89A64D0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D9EF28-AECB-41C2-82E8-AA85C765E4A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A35231B-A6EA-4775-8646-36EFC2B289E5}">
      <dgm:prSet/>
      <dgm:spPr/>
      <dgm:t>
        <a:bodyPr/>
        <a:lstStyle/>
        <a:p>
          <a:r>
            <a:rPr lang="en-US" b="1"/>
            <a:t>New:</a:t>
          </a:r>
          <a:r>
            <a:rPr lang="en-US"/>
            <a:t> Thread is created but not yet started.</a:t>
          </a:r>
        </a:p>
      </dgm:t>
    </dgm:pt>
    <dgm:pt modelId="{145236D3-2943-4909-AA0A-1A2DA46603B2}" type="parTrans" cxnId="{0009CBE7-7D05-4D61-966B-9408C04F49C4}">
      <dgm:prSet/>
      <dgm:spPr/>
      <dgm:t>
        <a:bodyPr/>
        <a:lstStyle/>
        <a:p>
          <a:endParaRPr lang="en-US"/>
        </a:p>
      </dgm:t>
    </dgm:pt>
    <dgm:pt modelId="{0198A5B2-2653-4135-97EC-D4F1EEC22D99}" type="sibTrans" cxnId="{0009CBE7-7D05-4D61-966B-9408C04F49C4}">
      <dgm:prSet/>
      <dgm:spPr/>
      <dgm:t>
        <a:bodyPr/>
        <a:lstStyle/>
        <a:p>
          <a:endParaRPr lang="en-US"/>
        </a:p>
      </dgm:t>
    </dgm:pt>
    <dgm:pt modelId="{30BDAD38-00D6-4274-B8AB-49BE836BBDDD}">
      <dgm:prSet/>
      <dgm:spPr/>
      <dgm:t>
        <a:bodyPr/>
        <a:lstStyle/>
        <a:p>
          <a:r>
            <a:rPr lang="en-US" b="1"/>
            <a:t>Ready:</a:t>
          </a:r>
          <a:r>
            <a:rPr lang="en-US"/>
            <a:t> Thread is waiting for CPU allocation.</a:t>
          </a:r>
        </a:p>
      </dgm:t>
    </dgm:pt>
    <dgm:pt modelId="{FD578BD1-61D3-4F0E-8CD6-1F2866F97AA9}" type="parTrans" cxnId="{F97B26BE-6D40-4D28-B318-BCCAB9F4133B}">
      <dgm:prSet/>
      <dgm:spPr/>
      <dgm:t>
        <a:bodyPr/>
        <a:lstStyle/>
        <a:p>
          <a:endParaRPr lang="en-US"/>
        </a:p>
      </dgm:t>
    </dgm:pt>
    <dgm:pt modelId="{3111E69B-2F97-47DA-A838-798673D758CB}" type="sibTrans" cxnId="{F97B26BE-6D40-4D28-B318-BCCAB9F4133B}">
      <dgm:prSet/>
      <dgm:spPr/>
      <dgm:t>
        <a:bodyPr/>
        <a:lstStyle/>
        <a:p>
          <a:endParaRPr lang="en-US"/>
        </a:p>
      </dgm:t>
    </dgm:pt>
    <dgm:pt modelId="{29ECF921-1421-42FB-B4BD-12CCFB98E8E8}">
      <dgm:prSet/>
      <dgm:spPr/>
      <dgm:t>
        <a:bodyPr/>
        <a:lstStyle/>
        <a:p>
          <a:r>
            <a:rPr lang="en-US" b="1"/>
            <a:t>Running:</a:t>
          </a:r>
          <a:r>
            <a:rPr lang="en-US"/>
            <a:t> Thread is executing instructions.</a:t>
          </a:r>
        </a:p>
      </dgm:t>
    </dgm:pt>
    <dgm:pt modelId="{A50AA088-DABB-4A84-A45C-F09BCEC3897C}" type="parTrans" cxnId="{53CAAE8E-7EE4-46B7-8696-67D75B4A1B2F}">
      <dgm:prSet/>
      <dgm:spPr/>
      <dgm:t>
        <a:bodyPr/>
        <a:lstStyle/>
        <a:p>
          <a:endParaRPr lang="en-US"/>
        </a:p>
      </dgm:t>
    </dgm:pt>
    <dgm:pt modelId="{30A9560B-64EE-424C-ADAC-DF251C711992}" type="sibTrans" cxnId="{53CAAE8E-7EE4-46B7-8696-67D75B4A1B2F}">
      <dgm:prSet/>
      <dgm:spPr/>
      <dgm:t>
        <a:bodyPr/>
        <a:lstStyle/>
        <a:p>
          <a:endParaRPr lang="en-US"/>
        </a:p>
      </dgm:t>
    </dgm:pt>
    <dgm:pt modelId="{8CA5D4C6-0579-4DDD-B698-7DB8141577EE}">
      <dgm:prSet/>
      <dgm:spPr/>
      <dgm:t>
        <a:bodyPr/>
        <a:lstStyle/>
        <a:p>
          <a:r>
            <a:rPr lang="en-US" b="1"/>
            <a:t>Blocked:</a:t>
          </a:r>
          <a:r>
            <a:rPr lang="en-US"/>
            <a:t> Waiting for a resource or input.</a:t>
          </a:r>
        </a:p>
      </dgm:t>
    </dgm:pt>
    <dgm:pt modelId="{2C9AE869-0940-4CC3-9FC9-935F1ED0821B}" type="parTrans" cxnId="{00EB1DAB-1917-417E-A3FA-666C2CBF6FA0}">
      <dgm:prSet/>
      <dgm:spPr/>
      <dgm:t>
        <a:bodyPr/>
        <a:lstStyle/>
        <a:p>
          <a:endParaRPr lang="en-US"/>
        </a:p>
      </dgm:t>
    </dgm:pt>
    <dgm:pt modelId="{54695A9D-CE1E-4B6B-957D-8B1CF31AAB77}" type="sibTrans" cxnId="{00EB1DAB-1917-417E-A3FA-666C2CBF6FA0}">
      <dgm:prSet/>
      <dgm:spPr/>
      <dgm:t>
        <a:bodyPr/>
        <a:lstStyle/>
        <a:p>
          <a:endParaRPr lang="en-US"/>
        </a:p>
      </dgm:t>
    </dgm:pt>
    <dgm:pt modelId="{CDB68EB1-4329-4C37-8A97-88BBE3B90950}">
      <dgm:prSet/>
      <dgm:spPr/>
      <dgm:t>
        <a:bodyPr/>
        <a:lstStyle/>
        <a:p>
          <a:r>
            <a:rPr lang="en-US" b="1"/>
            <a:t>Terminated:</a:t>
          </a:r>
          <a:r>
            <a:rPr lang="en-US"/>
            <a:t> Execution completed or manually stopped.</a:t>
          </a:r>
        </a:p>
      </dgm:t>
    </dgm:pt>
    <dgm:pt modelId="{085887BC-8750-4A28-A191-C112F6F4A18B}" type="parTrans" cxnId="{0108C226-BFD7-47A2-99DC-E6F720A26A67}">
      <dgm:prSet/>
      <dgm:spPr/>
      <dgm:t>
        <a:bodyPr/>
        <a:lstStyle/>
        <a:p>
          <a:endParaRPr lang="en-US"/>
        </a:p>
      </dgm:t>
    </dgm:pt>
    <dgm:pt modelId="{FE9D8F9E-7951-48BF-B26C-0B1074CBB14D}" type="sibTrans" cxnId="{0108C226-BFD7-47A2-99DC-E6F720A26A67}">
      <dgm:prSet/>
      <dgm:spPr/>
      <dgm:t>
        <a:bodyPr/>
        <a:lstStyle/>
        <a:p>
          <a:endParaRPr lang="en-US"/>
        </a:p>
      </dgm:t>
    </dgm:pt>
    <dgm:pt modelId="{7A654FB6-58BD-44B9-AB8B-FE2F44FD98E0}" type="pres">
      <dgm:prSet presAssocID="{BAD9EF28-AECB-41C2-82E8-AA85C765E4A7}" presName="linear" presStyleCnt="0">
        <dgm:presLayoutVars>
          <dgm:animLvl val="lvl"/>
          <dgm:resizeHandles val="exact"/>
        </dgm:presLayoutVars>
      </dgm:prSet>
      <dgm:spPr/>
    </dgm:pt>
    <dgm:pt modelId="{EDF0C27E-FF8F-4BE7-8E51-CFCCB3913F44}" type="pres">
      <dgm:prSet presAssocID="{3A35231B-A6EA-4775-8646-36EFC2B289E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ABC227A-0A40-4CAA-A0DB-376D9448B7D7}" type="pres">
      <dgm:prSet presAssocID="{0198A5B2-2653-4135-97EC-D4F1EEC22D99}" presName="spacer" presStyleCnt="0"/>
      <dgm:spPr/>
    </dgm:pt>
    <dgm:pt modelId="{9D8BFEDD-9124-4553-B3A2-C3DF22014089}" type="pres">
      <dgm:prSet presAssocID="{30BDAD38-00D6-4274-B8AB-49BE836BBDD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A4FBA08-6666-44FE-A5A3-E13D28D1511B}" type="pres">
      <dgm:prSet presAssocID="{3111E69B-2F97-47DA-A838-798673D758CB}" presName="spacer" presStyleCnt="0"/>
      <dgm:spPr/>
    </dgm:pt>
    <dgm:pt modelId="{FCB947AA-03A1-4120-B92E-DF4338693258}" type="pres">
      <dgm:prSet presAssocID="{29ECF921-1421-42FB-B4BD-12CCFB98E8E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44331CD-A5A7-402F-B2B5-6AC7BD4A862B}" type="pres">
      <dgm:prSet presAssocID="{30A9560B-64EE-424C-ADAC-DF251C711992}" presName="spacer" presStyleCnt="0"/>
      <dgm:spPr/>
    </dgm:pt>
    <dgm:pt modelId="{2403D98C-C240-48B6-99E2-F5358C6089CD}" type="pres">
      <dgm:prSet presAssocID="{8CA5D4C6-0579-4DDD-B698-7DB8141577E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D24ACEF-F7CE-4A5A-8379-9761843747FC}" type="pres">
      <dgm:prSet presAssocID="{54695A9D-CE1E-4B6B-957D-8B1CF31AAB77}" presName="spacer" presStyleCnt="0"/>
      <dgm:spPr/>
    </dgm:pt>
    <dgm:pt modelId="{41316271-1DD8-4542-B54C-FEB974CDA50B}" type="pres">
      <dgm:prSet presAssocID="{CDB68EB1-4329-4C37-8A97-88BBE3B9095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108C226-BFD7-47A2-99DC-E6F720A26A67}" srcId="{BAD9EF28-AECB-41C2-82E8-AA85C765E4A7}" destId="{CDB68EB1-4329-4C37-8A97-88BBE3B90950}" srcOrd="4" destOrd="0" parTransId="{085887BC-8750-4A28-A191-C112F6F4A18B}" sibTransId="{FE9D8F9E-7951-48BF-B26C-0B1074CBB14D}"/>
    <dgm:cxn modelId="{53CAAE8E-7EE4-46B7-8696-67D75B4A1B2F}" srcId="{BAD9EF28-AECB-41C2-82E8-AA85C765E4A7}" destId="{29ECF921-1421-42FB-B4BD-12CCFB98E8E8}" srcOrd="2" destOrd="0" parTransId="{A50AA088-DABB-4A84-A45C-F09BCEC3897C}" sibTransId="{30A9560B-64EE-424C-ADAC-DF251C711992}"/>
    <dgm:cxn modelId="{BE6CBB95-C934-403C-80A4-B1E82F34829F}" type="presOf" srcId="{30BDAD38-00D6-4274-B8AB-49BE836BBDDD}" destId="{9D8BFEDD-9124-4553-B3A2-C3DF22014089}" srcOrd="0" destOrd="0" presId="urn:microsoft.com/office/officeart/2005/8/layout/vList2"/>
    <dgm:cxn modelId="{9CC71597-1784-4CA8-9FFC-BCA9A0ED194A}" type="presOf" srcId="{29ECF921-1421-42FB-B4BD-12CCFB98E8E8}" destId="{FCB947AA-03A1-4120-B92E-DF4338693258}" srcOrd="0" destOrd="0" presId="urn:microsoft.com/office/officeart/2005/8/layout/vList2"/>
    <dgm:cxn modelId="{269F4C9C-5491-4ABA-82A1-6DEBD9E46A62}" type="presOf" srcId="{CDB68EB1-4329-4C37-8A97-88BBE3B90950}" destId="{41316271-1DD8-4542-B54C-FEB974CDA50B}" srcOrd="0" destOrd="0" presId="urn:microsoft.com/office/officeart/2005/8/layout/vList2"/>
    <dgm:cxn modelId="{00EB1DAB-1917-417E-A3FA-666C2CBF6FA0}" srcId="{BAD9EF28-AECB-41C2-82E8-AA85C765E4A7}" destId="{8CA5D4C6-0579-4DDD-B698-7DB8141577EE}" srcOrd="3" destOrd="0" parTransId="{2C9AE869-0940-4CC3-9FC9-935F1ED0821B}" sibTransId="{54695A9D-CE1E-4B6B-957D-8B1CF31AAB77}"/>
    <dgm:cxn modelId="{F97B26BE-6D40-4D28-B318-BCCAB9F4133B}" srcId="{BAD9EF28-AECB-41C2-82E8-AA85C765E4A7}" destId="{30BDAD38-00D6-4274-B8AB-49BE836BBDDD}" srcOrd="1" destOrd="0" parTransId="{FD578BD1-61D3-4F0E-8CD6-1F2866F97AA9}" sibTransId="{3111E69B-2F97-47DA-A838-798673D758CB}"/>
    <dgm:cxn modelId="{14896CCA-C122-4A36-8CD2-B18E5B771644}" type="presOf" srcId="{3A35231B-A6EA-4775-8646-36EFC2B289E5}" destId="{EDF0C27E-FF8F-4BE7-8E51-CFCCB3913F44}" srcOrd="0" destOrd="0" presId="urn:microsoft.com/office/officeart/2005/8/layout/vList2"/>
    <dgm:cxn modelId="{D93EBFD1-A75E-4D67-93FF-B0F5C87F3D3E}" type="presOf" srcId="{8CA5D4C6-0579-4DDD-B698-7DB8141577EE}" destId="{2403D98C-C240-48B6-99E2-F5358C6089CD}" srcOrd="0" destOrd="0" presId="urn:microsoft.com/office/officeart/2005/8/layout/vList2"/>
    <dgm:cxn modelId="{0009CBE7-7D05-4D61-966B-9408C04F49C4}" srcId="{BAD9EF28-AECB-41C2-82E8-AA85C765E4A7}" destId="{3A35231B-A6EA-4775-8646-36EFC2B289E5}" srcOrd="0" destOrd="0" parTransId="{145236D3-2943-4909-AA0A-1A2DA46603B2}" sibTransId="{0198A5B2-2653-4135-97EC-D4F1EEC22D99}"/>
    <dgm:cxn modelId="{6A38B4EB-5B1C-4DD6-90DC-15E373053F52}" type="presOf" srcId="{BAD9EF28-AECB-41C2-82E8-AA85C765E4A7}" destId="{7A654FB6-58BD-44B9-AB8B-FE2F44FD98E0}" srcOrd="0" destOrd="0" presId="urn:microsoft.com/office/officeart/2005/8/layout/vList2"/>
    <dgm:cxn modelId="{B8D674FE-2CCF-4AE9-9C64-789A83173349}" type="presParOf" srcId="{7A654FB6-58BD-44B9-AB8B-FE2F44FD98E0}" destId="{EDF0C27E-FF8F-4BE7-8E51-CFCCB3913F44}" srcOrd="0" destOrd="0" presId="urn:microsoft.com/office/officeart/2005/8/layout/vList2"/>
    <dgm:cxn modelId="{B1125C9E-0A92-48A8-B674-7F3334CC5AD7}" type="presParOf" srcId="{7A654FB6-58BD-44B9-AB8B-FE2F44FD98E0}" destId="{BABC227A-0A40-4CAA-A0DB-376D9448B7D7}" srcOrd="1" destOrd="0" presId="urn:microsoft.com/office/officeart/2005/8/layout/vList2"/>
    <dgm:cxn modelId="{DFAE43A4-E175-4511-B2F1-0C7A7B077817}" type="presParOf" srcId="{7A654FB6-58BD-44B9-AB8B-FE2F44FD98E0}" destId="{9D8BFEDD-9124-4553-B3A2-C3DF22014089}" srcOrd="2" destOrd="0" presId="urn:microsoft.com/office/officeart/2005/8/layout/vList2"/>
    <dgm:cxn modelId="{695A0ED6-1E8C-4C25-A4D5-BBEC26920CDC}" type="presParOf" srcId="{7A654FB6-58BD-44B9-AB8B-FE2F44FD98E0}" destId="{3A4FBA08-6666-44FE-A5A3-E13D28D1511B}" srcOrd="3" destOrd="0" presId="urn:microsoft.com/office/officeart/2005/8/layout/vList2"/>
    <dgm:cxn modelId="{472FB228-925C-4446-9D73-9B01F41732BB}" type="presParOf" srcId="{7A654FB6-58BD-44B9-AB8B-FE2F44FD98E0}" destId="{FCB947AA-03A1-4120-B92E-DF4338693258}" srcOrd="4" destOrd="0" presId="urn:microsoft.com/office/officeart/2005/8/layout/vList2"/>
    <dgm:cxn modelId="{49F0ED54-00D1-4829-AEE1-B4FDD038E764}" type="presParOf" srcId="{7A654FB6-58BD-44B9-AB8B-FE2F44FD98E0}" destId="{B44331CD-A5A7-402F-B2B5-6AC7BD4A862B}" srcOrd="5" destOrd="0" presId="urn:microsoft.com/office/officeart/2005/8/layout/vList2"/>
    <dgm:cxn modelId="{AF2EBF0B-0EC5-4A6E-BE77-E961F2E61B9E}" type="presParOf" srcId="{7A654FB6-58BD-44B9-AB8B-FE2F44FD98E0}" destId="{2403D98C-C240-48B6-99E2-F5358C6089CD}" srcOrd="6" destOrd="0" presId="urn:microsoft.com/office/officeart/2005/8/layout/vList2"/>
    <dgm:cxn modelId="{747C40D6-5FBB-46AD-A7DC-4654F06C7A80}" type="presParOf" srcId="{7A654FB6-58BD-44B9-AB8B-FE2F44FD98E0}" destId="{5D24ACEF-F7CE-4A5A-8379-9761843747FC}" srcOrd="7" destOrd="0" presId="urn:microsoft.com/office/officeart/2005/8/layout/vList2"/>
    <dgm:cxn modelId="{8963C5EC-2422-4B6E-A3EC-0EA2269C068A}" type="presParOf" srcId="{7A654FB6-58BD-44B9-AB8B-FE2F44FD98E0}" destId="{41316271-1DD8-4542-B54C-FEB974CDA50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9C14DAE-9A74-45B9-B315-DEE5AF89EA9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2AC8CCC-E081-4678-B234-D212A4BCCE62}">
      <dgm:prSet/>
      <dgm:spPr/>
      <dgm:t>
        <a:bodyPr/>
        <a:lstStyle/>
        <a:p>
          <a:r>
            <a:rPr lang="en-US"/>
            <a:t>Improved </a:t>
          </a:r>
          <a:r>
            <a:rPr lang="en-US" b="1"/>
            <a:t>performance</a:t>
          </a:r>
          <a:r>
            <a:rPr lang="en-US"/>
            <a:t> via parallel execution.</a:t>
          </a:r>
        </a:p>
      </dgm:t>
    </dgm:pt>
    <dgm:pt modelId="{9DED9CE0-72CA-4F23-83A0-0E6FB9DEDEE5}" type="parTrans" cxnId="{392F9B9E-4C1C-48E0-A5B3-3343B37480DB}">
      <dgm:prSet/>
      <dgm:spPr/>
      <dgm:t>
        <a:bodyPr/>
        <a:lstStyle/>
        <a:p>
          <a:endParaRPr lang="en-US"/>
        </a:p>
      </dgm:t>
    </dgm:pt>
    <dgm:pt modelId="{7003025F-E901-47DD-98EA-881B95E43081}" type="sibTrans" cxnId="{392F9B9E-4C1C-48E0-A5B3-3343B37480DB}">
      <dgm:prSet/>
      <dgm:spPr/>
      <dgm:t>
        <a:bodyPr/>
        <a:lstStyle/>
        <a:p>
          <a:endParaRPr lang="en-US"/>
        </a:p>
      </dgm:t>
    </dgm:pt>
    <dgm:pt modelId="{952115B4-8F02-4CEF-AF6D-B9ADD06086D4}">
      <dgm:prSet/>
      <dgm:spPr/>
      <dgm:t>
        <a:bodyPr/>
        <a:lstStyle/>
        <a:p>
          <a:r>
            <a:rPr lang="en-US" b="1"/>
            <a:t>Efficient resource utilization</a:t>
          </a:r>
          <a:r>
            <a:rPr lang="en-US"/>
            <a:t> (same memory space shared).</a:t>
          </a:r>
        </a:p>
      </dgm:t>
    </dgm:pt>
    <dgm:pt modelId="{38EEB068-F333-460B-A410-8C25E5887158}" type="parTrans" cxnId="{42D675D7-E081-4F3A-A57D-6D88623F4B05}">
      <dgm:prSet/>
      <dgm:spPr/>
      <dgm:t>
        <a:bodyPr/>
        <a:lstStyle/>
        <a:p>
          <a:endParaRPr lang="en-US"/>
        </a:p>
      </dgm:t>
    </dgm:pt>
    <dgm:pt modelId="{57165DB7-B820-4673-8718-7C551EE102BD}" type="sibTrans" cxnId="{42D675D7-E081-4F3A-A57D-6D88623F4B05}">
      <dgm:prSet/>
      <dgm:spPr/>
      <dgm:t>
        <a:bodyPr/>
        <a:lstStyle/>
        <a:p>
          <a:endParaRPr lang="en-US"/>
        </a:p>
      </dgm:t>
    </dgm:pt>
    <dgm:pt modelId="{E74FD37C-3DF3-4751-9313-F3FA3B5C0B3A}">
      <dgm:prSet/>
      <dgm:spPr/>
      <dgm:t>
        <a:bodyPr/>
        <a:lstStyle/>
        <a:p>
          <a:r>
            <a:rPr lang="en-US" b="1"/>
            <a:t>Better responsiveness</a:t>
          </a:r>
          <a:r>
            <a:rPr lang="en-US"/>
            <a:t> in applications like UI-based systems.</a:t>
          </a:r>
        </a:p>
      </dgm:t>
    </dgm:pt>
    <dgm:pt modelId="{D079B65D-7558-44DD-9D1E-648CA740C29F}" type="parTrans" cxnId="{FF7858C2-669F-4454-9E89-FC3AF68DE58B}">
      <dgm:prSet/>
      <dgm:spPr/>
      <dgm:t>
        <a:bodyPr/>
        <a:lstStyle/>
        <a:p>
          <a:endParaRPr lang="en-US"/>
        </a:p>
      </dgm:t>
    </dgm:pt>
    <dgm:pt modelId="{FF69BD44-A96B-4175-88EE-F935A812FFF2}" type="sibTrans" cxnId="{FF7858C2-669F-4454-9E89-FC3AF68DE58B}">
      <dgm:prSet/>
      <dgm:spPr/>
      <dgm:t>
        <a:bodyPr/>
        <a:lstStyle/>
        <a:p>
          <a:endParaRPr lang="en-US"/>
        </a:p>
      </dgm:t>
    </dgm:pt>
    <dgm:pt modelId="{9F2C0867-3A69-4938-8219-20433B9392CD}">
      <dgm:prSet/>
      <dgm:spPr/>
      <dgm:t>
        <a:bodyPr/>
        <a:lstStyle/>
        <a:p>
          <a:r>
            <a:rPr lang="en-US" b="1"/>
            <a:t>Simplifies complex tasks</a:t>
          </a:r>
          <a:r>
            <a:rPr lang="en-US"/>
            <a:t> by breaking them into smaller units.</a:t>
          </a:r>
        </a:p>
      </dgm:t>
    </dgm:pt>
    <dgm:pt modelId="{52673FED-E122-4329-BD1D-6130D568999F}" type="parTrans" cxnId="{DA575317-D277-4470-A38F-60A5B0201DA1}">
      <dgm:prSet/>
      <dgm:spPr/>
      <dgm:t>
        <a:bodyPr/>
        <a:lstStyle/>
        <a:p>
          <a:endParaRPr lang="en-US"/>
        </a:p>
      </dgm:t>
    </dgm:pt>
    <dgm:pt modelId="{0D5597B3-757F-4296-B5AE-6A41429CCBBE}" type="sibTrans" cxnId="{DA575317-D277-4470-A38F-60A5B0201DA1}">
      <dgm:prSet/>
      <dgm:spPr/>
      <dgm:t>
        <a:bodyPr/>
        <a:lstStyle/>
        <a:p>
          <a:endParaRPr lang="en-US"/>
        </a:p>
      </dgm:t>
    </dgm:pt>
    <dgm:pt modelId="{A90868FE-1069-43E8-A025-D0135B7F8E6D}" type="pres">
      <dgm:prSet presAssocID="{29C14DAE-9A74-45B9-B315-DEE5AF89EA9A}" presName="linear" presStyleCnt="0">
        <dgm:presLayoutVars>
          <dgm:animLvl val="lvl"/>
          <dgm:resizeHandles val="exact"/>
        </dgm:presLayoutVars>
      </dgm:prSet>
      <dgm:spPr/>
    </dgm:pt>
    <dgm:pt modelId="{7D71EA73-C551-4254-B400-DD695F1C7E44}" type="pres">
      <dgm:prSet presAssocID="{E2AC8CCC-E081-4678-B234-D212A4BCCE6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910CD8D-7973-4FFA-B7D7-7CEC5AEDDBCB}" type="pres">
      <dgm:prSet presAssocID="{7003025F-E901-47DD-98EA-881B95E43081}" presName="spacer" presStyleCnt="0"/>
      <dgm:spPr/>
    </dgm:pt>
    <dgm:pt modelId="{0EAB42F3-5147-46D9-B570-63B3BEF72A21}" type="pres">
      <dgm:prSet presAssocID="{952115B4-8F02-4CEF-AF6D-B9ADD06086D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15AE608-020B-4641-8D0D-01289BBD9144}" type="pres">
      <dgm:prSet presAssocID="{57165DB7-B820-4673-8718-7C551EE102BD}" presName="spacer" presStyleCnt="0"/>
      <dgm:spPr/>
    </dgm:pt>
    <dgm:pt modelId="{E44A981C-7435-48C6-9494-8218B847466F}" type="pres">
      <dgm:prSet presAssocID="{E74FD37C-3DF3-4751-9313-F3FA3B5C0B3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24DF407-899B-4C5B-96A8-15AA75AC92B3}" type="pres">
      <dgm:prSet presAssocID="{FF69BD44-A96B-4175-88EE-F935A812FFF2}" presName="spacer" presStyleCnt="0"/>
      <dgm:spPr/>
    </dgm:pt>
    <dgm:pt modelId="{468325DA-480A-4C5F-BD9A-AE3A3CE43FCA}" type="pres">
      <dgm:prSet presAssocID="{9F2C0867-3A69-4938-8219-20433B9392C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A575317-D277-4470-A38F-60A5B0201DA1}" srcId="{29C14DAE-9A74-45B9-B315-DEE5AF89EA9A}" destId="{9F2C0867-3A69-4938-8219-20433B9392CD}" srcOrd="3" destOrd="0" parTransId="{52673FED-E122-4329-BD1D-6130D568999F}" sibTransId="{0D5597B3-757F-4296-B5AE-6A41429CCBBE}"/>
    <dgm:cxn modelId="{462FEA1A-3759-4834-9B6F-69D8982A3BAC}" type="presOf" srcId="{E2AC8CCC-E081-4678-B234-D212A4BCCE62}" destId="{7D71EA73-C551-4254-B400-DD695F1C7E44}" srcOrd="0" destOrd="0" presId="urn:microsoft.com/office/officeart/2005/8/layout/vList2"/>
    <dgm:cxn modelId="{02F9AC2E-9982-4619-90C1-6703E358A84C}" type="presOf" srcId="{952115B4-8F02-4CEF-AF6D-B9ADD06086D4}" destId="{0EAB42F3-5147-46D9-B570-63B3BEF72A21}" srcOrd="0" destOrd="0" presId="urn:microsoft.com/office/officeart/2005/8/layout/vList2"/>
    <dgm:cxn modelId="{B747388C-27FB-40FD-BB5D-EA7569F44B7F}" type="presOf" srcId="{29C14DAE-9A74-45B9-B315-DEE5AF89EA9A}" destId="{A90868FE-1069-43E8-A025-D0135B7F8E6D}" srcOrd="0" destOrd="0" presId="urn:microsoft.com/office/officeart/2005/8/layout/vList2"/>
    <dgm:cxn modelId="{392F9B9E-4C1C-48E0-A5B3-3343B37480DB}" srcId="{29C14DAE-9A74-45B9-B315-DEE5AF89EA9A}" destId="{E2AC8CCC-E081-4678-B234-D212A4BCCE62}" srcOrd="0" destOrd="0" parTransId="{9DED9CE0-72CA-4F23-83A0-0E6FB9DEDEE5}" sibTransId="{7003025F-E901-47DD-98EA-881B95E43081}"/>
    <dgm:cxn modelId="{7BA054A7-EE26-499A-9751-050BFC7BE332}" type="presOf" srcId="{9F2C0867-3A69-4938-8219-20433B9392CD}" destId="{468325DA-480A-4C5F-BD9A-AE3A3CE43FCA}" srcOrd="0" destOrd="0" presId="urn:microsoft.com/office/officeart/2005/8/layout/vList2"/>
    <dgm:cxn modelId="{FF7858C2-669F-4454-9E89-FC3AF68DE58B}" srcId="{29C14DAE-9A74-45B9-B315-DEE5AF89EA9A}" destId="{E74FD37C-3DF3-4751-9313-F3FA3B5C0B3A}" srcOrd="2" destOrd="0" parTransId="{D079B65D-7558-44DD-9D1E-648CA740C29F}" sibTransId="{FF69BD44-A96B-4175-88EE-F935A812FFF2}"/>
    <dgm:cxn modelId="{85CC31CE-BB58-488C-9D76-68A2278BF80A}" type="presOf" srcId="{E74FD37C-3DF3-4751-9313-F3FA3B5C0B3A}" destId="{E44A981C-7435-48C6-9494-8218B847466F}" srcOrd="0" destOrd="0" presId="urn:microsoft.com/office/officeart/2005/8/layout/vList2"/>
    <dgm:cxn modelId="{42D675D7-E081-4F3A-A57D-6D88623F4B05}" srcId="{29C14DAE-9A74-45B9-B315-DEE5AF89EA9A}" destId="{952115B4-8F02-4CEF-AF6D-B9ADD06086D4}" srcOrd="1" destOrd="0" parTransId="{38EEB068-F333-460B-A410-8C25E5887158}" sibTransId="{57165DB7-B820-4673-8718-7C551EE102BD}"/>
    <dgm:cxn modelId="{A60C3348-E13E-4D33-9C2F-F35AC8F8BE4E}" type="presParOf" srcId="{A90868FE-1069-43E8-A025-D0135B7F8E6D}" destId="{7D71EA73-C551-4254-B400-DD695F1C7E44}" srcOrd="0" destOrd="0" presId="urn:microsoft.com/office/officeart/2005/8/layout/vList2"/>
    <dgm:cxn modelId="{B9F0F6EC-663B-4894-AFAF-11605261B153}" type="presParOf" srcId="{A90868FE-1069-43E8-A025-D0135B7F8E6D}" destId="{7910CD8D-7973-4FFA-B7D7-7CEC5AEDDBCB}" srcOrd="1" destOrd="0" presId="urn:microsoft.com/office/officeart/2005/8/layout/vList2"/>
    <dgm:cxn modelId="{D5AE6D4B-968C-4377-9E47-2C03FD7C8F01}" type="presParOf" srcId="{A90868FE-1069-43E8-A025-D0135B7F8E6D}" destId="{0EAB42F3-5147-46D9-B570-63B3BEF72A21}" srcOrd="2" destOrd="0" presId="urn:microsoft.com/office/officeart/2005/8/layout/vList2"/>
    <dgm:cxn modelId="{22A08668-37B7-4631-B9F8-C0C6328F6E96}" type="presParOf" srcId="{A90868FE-1069-43E8-A025-D0135B7F8E6D}" destId="{515AE608-020B-4641-8D0D-01289BBD9144}" srcOrd="3" destOrd="0" presId="urn:microsoft.com/office/officeart/2005/8/layout/vList2"/>
    <dgm:cxn modelId="{704AF229-A7DA-449B-9EFD-4CB9480DC832}" type="presParOf" srcId="{A90868FE-1069-43E8-A025-D0135B7F8E6D}" destId="{E44A981C-7435-48C6-9494-8218B847466F}" srcOrd="4" destOrd="0" presId="urn:microsoft.com/office/officeart/2005/8/layout/vList2"/>
    <dgm:cxn modelId="{D1F35FFE-8182-49C2-8013-3A23A8ACDDA9}" type="presParOf" srcId="{A90868FE-1069-43E8-A025-D0135B7F8E6D}" destId="{924DF407-899B-4C5B-96A8-15AA75AC92B3}" srcOrd="5" destOrd="0" presId="urn:microsoft.com/office/officeart/2005/8/layout/vList2"/>
    <dgm:cxn modelId="{18EE9B0D-7FF5-4B6C-98A4-B4242FD08F41}" type="presParOf" srcId="{A90868FE-1069-43E8-A025-D0135B7F8E6D}" destId="{468325DA-480A-4C5F-BD9A-AE3A3CE43FC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A2B07E9-1ECD-428F-BAA3-EDCB0A8761F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F313E77-7CF0-4E84-AD26-2F89828BCE29}">
      <dgm:prSet/>
      <dgm:spPr/>
      <dgm:t>
        <a:bodyPr/>
        <a:lstStyle/>
        <a:p>
          <a:pPr algn="just"/>
          <a:r>
            <a:rPr lang="en-US" dirty="0"/>
            <a:t>- `with lock:` ensures only one thread enters the critical section at a time.</a:t>
          </a:r>
        </a:p>
      </dgm:t>
    </dgm:pt>
    <dgm:pt modelId="{CD7267F7-2150-456E-A2E2-5BFA4C379E23}" type="parTrans" cxnId="{CFDA6465-05F8-429C-B47E-49F0A4E09C7E}">
      <dgm:prSet/>
      <dgm:spPr/>
      <dgm:t>
        <a:bodyPr/>
        <a:lstStyle/>
        <a:p>
          <a:endParaRPr lang="en-US"/>
        </a:p>
      </dgm:t>
    </dgm:pt>
    <dgm:pt modelId="{662B4452-53EC-4A0B-AD7F-8D0068C2259A}" type="sibTrans" cxnId="{CFDA6465-05F8-429C-B47E-49F0A4E09C7E}">
      <dgm:prSet/>
      <dgm:spPr/>
      <dgm:t>
        <a:bodyPr/>
        <a:lstStyle/>
        <a:p>
          <a:endParaRPr lang="en-US"/>
        </a:p>
      </dgm:t>
    </dgm:pt>
    <dgm:pt modelId="{A89E97DF-489C-47EE-97C7-0F03FE8F44E5}">
      <dgm:prSet/>
      <dgm:spPr/>
      <dgm:t>
        <a:bodyPr/>
        <a:lstStyle/>
        <a:p>
          <a:pPr algn="just"/>
          <a:r>
            <a:rPr lang="en-US" dirty="0"/>
            <a:t>- Automatically releases the lock after execution to prevent deadlocks.</a:t>
          </a:r>
        </a:p>
      </dgm:t>
    </dgm:pt>
    <dgm:pt modelId="{276CC941-20EA-4B62-B54F-A8E71A8C7CFF}" type="parTrans" cxnId="{43C1A5EF-386D-436C-8EDF-09504FC8BA74}">
      <dgm:prSet/>
      <dgm:spPr/>
      <dgm:t>
        <a:bodyPr/>
        <a:lstStyle/>
        <a:p>
          <a:endParaRPr lang="en-US"/>
        </a:p>
      </dgm:t>
    </dgm:pt>
    <dgm:pt modelId="{A59F00F1-CCF7-45DB-81F7-9264D306CC8B}" type="sibTrans" cxnId="{43C1A5EF-386D-436C-8EDF-09504FC8BA74}">
      <dgm:prSet/>
      <dgm:spPr/>
      <dgm:t>
        <a:bodyPr/>
        <a:lstStyle/>
        <a:p>
          <a:endParaRPr lang="en-US"/>
        </a:p>
      </dgm:t>
    </dgm:pt>
    <dgm:pt modelId="{E682354D-9B74-464A-9691-D4E00BD13AA8}" type="pres">
      <dgm:prSet presAssocID="{4A2B07E9-1ECD-428F-BAA3-EDCB0A8761F9}" presName="linear" presStyleCnt="0">
        <dgm:presLayoutVars>
          <dgm:animLvl val="lvl"/>
          <dgm:resizeHandles val="exact"/>
        </dgm:presLayoutVars>
      </dgm:prSet>
      <dgm:spPr/>
    </dgm:pt>
    <dgm:pt modelId="{E9AC34A4-3726-4DDA-A248-62A3329DAFAB}" type="pres">
      <dgm:prSet presAssocID="{7F313E77-7CF0-4E84-AD26-2F89828BCE29}" presName="parentText" presStyleLbl="node1" presStyleIdx="0" presStyleCnt="2" custLinFactNeighborX="-1921" custLinFactNeighborY="-15749">
        <dgm:presLayoutVars>
          <dgm:chMax val="0"/>
          <dgm:bulletEnabled val="1"/>
        </dgm:presLayoutVars>
      </dgm:prSet>
      <dgm:spPr/>
    </dgm:pt>
    <dgm:pt modelId="{08AE5F59-6817-4539-A936-FE74BFB87AD9}" type="pres">
      <dgm:prSet presAssocID="{662B4452-53EC-4A0B-AD7F-8D0068C2259A}" presName="spacer" presStyleCnt="0"/>
      <dgm:spPr/>
    </dgm:pt>
    <dgm:pt modelId="{47D71BFE-AB64-4B65-AA97-7BC0EF7C8F60}" type="pres">
      <dgm:prSet presAssocID="{A89E97DF-489C-47EE-97C7-0F03FE8F44E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FDA6465-05F8-429C-B47E-49F0A4E09C7E}" srcId="{4A2B07E9-1ECD-428F-BAA3-EDCB0A8761F9}" destId="{7F313E77-7CF0-4E84-AD26-2F89828BCE29}" srcOrd="0" destOrd="0" parTransId="{CD7267F7-2150-456E-A2E2-5BFA4C379E23}" sibTransId="{662B4452-53EC-4A0B-AD7F-8D0068C2259A}"/>
    <dgm:cxn modelId="{AB20396B-04A9-48C6-A791-E1077A159EBC}" type="presOf" srcId="{A89E97DF-489C-47EE-97C7-0F03FE8F44E5}" destId="{47D71BFE-AB64-4B65-AA97-7BC0EF7C8F60}" srcOrd="0" destOrd="0" presId="urn:microsoft.com/office/officeart/2005/8/layout/vList2"/>
    <dgm:cxn modelId="{F165E09C-BB03-4D37-8C4B-1529CACB7653}" type="presOf" srcId="{4A2B07E9-1ECD-428F-BAA3-EDCB0A8761F9}" destId="{E682354D-9B74-464A-9691-D4E00BD13AA8}" srcOrd="0" destOrd="0" presId="urn:microsoft.com/office/officeart/2005/8/layout/vList2"/>
    <dgm:cxn modelId="{F7792DB3-DB3D-4EAE-9EC1-5811B7EAAC91}" type="presOf" srcId="{7F313E77-7CF0-4E84-AD26-2F89828BCE29}" destId="{E9AC34A4-3726-4DDA-A248-62A3329DAFAB}" srcOrd="0" destOrd="0" presId="urn:microsoft.com/office/officeart/2005/8/layout/vList2"/>
    <dgm:cxn modelId="{43C1A5EF-386D-436C-8EDF-09504FC8BA74}" srcId="{4A2B07E9-1ECD-428F-BAA3-EDCB0A8761F9}" destId="{A89E97DF-489C-47EE-97C7-0F03FE8F44E5}" srcOrd="1" destOrd="0" parTransId="{276CC941-20EA-4B62-B54F-A8E71A8C7CFF}" sibTransId="{A59F00F1-CCF7-45DB-81F7-9264D306CC8B}"/>
    <dgm:cxn modelId="{79B3C668-CA8D-4202-9E3F-79F7B60E7233}" type="presParOf" srcId="{E682354D-9B74-464A-9691-D4E00BD13AA8}" destId="{E9AC34A4-3726-4DDA-A248-62A3329DAFAB}" srcOrd="0" destOrd="0" presId="urn:microsoft.com/office/officeart/2005/8/layout/vList2"/>
    <dgm:cxn modelId="{EE6BA6CD-6959-49D6-945C-A87CF7FA7C30}" type="presParOf" srcId="{E682354D-9B74-464A-9691-D4E00BD13AA8}" destId="{08AE5F59-6817-4539-A936-FE74BFB87AD9}" srcOrd="1" destOrd="0" presId="urn:microsoft.com/office/officeart/2005/8/layout/vList2"/>
    <dgm:cxn modelId="{FBDD937A-1F5D-4EAA-AFA2-090E249B2D8C}" type="presParOf" srcId="{E682354D-9B74-464A-9691-D4E00BD13AA8}" destId="{47D71BFE-AB64-4B65-AA97-7BC0EF7C8F6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CA5A2A3-DF13-4751-883C-9D47165F263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ACE83D0-EBC8-4A54-B534-5E31D4DFBDD5}">
      <dgm:prSet custT="1"/>
      <dgm:spPr/>
      <dgm:t>
        <a:bodyPr/>
        <a:lstStyle/>
        <a:p>
          <a:r>
            <a:rPr lang="en-US" sz="3200" dirty="0"/>
            <a:t>- `thread = </a:t>
          </a:r>
          <a:r>
            <a:rPr lang="en-US" sz="3200" dirty="0" err="1"/>
            <a:t>threading.Thread</a:t>
          </a:r>
          <a:r>
            <a:rPr lang="en-US" sz="3200" dirty="0"/>
            <a:t>(target=</a:t>
          </a:r>
          <a:r>
            <a:rPr lang="en-US" sz="3200" dirty="0" err="1"/>
            <a:t>critical_section</a:t>
          </a:r>
          <a:r>
            <a:rPr lang="en-US" sz="3200" dirty="0"/>
            <a:t>)` creates a new thread.</a:t>
          </a:r>
        </a:p>
      </dgm:t>
    </dgm:pt>
    <dgm:pt modelId="{16D66262-A605-43B4-A7D8-0F310B9698AD}" type="parTrans" cxnId="{318FDD21-A887-4C5A-9F73-3FE38D181283}">
      <dgm:prSet/>
      <dgm:spPr/>
      <dgm:t>
        <a:bodyPr/>
        <a:lstStyle/>
        <a:p>
          <a:endParaRPr lang="en-US"/>
        </a:p>
      </dgm:t>
    </dgm:pt>
    <dgm:pt modelId="{5BDD69D2-97F6-4BCF-8CC8-4E876F470EE4}" type="sibTrans" cxnId="{318FDD21-A887-4C5A-9F73-3FE38D181283}">
      <dgm:prSet/>
      <dgm:spPr/>
      <dgm:t>
        <a:bodyPr/>
        <a:lstStyle/>
        <a:p>
          <a:endParaRPr lang="en-US"/>
        </a:p>
      </dgm:t>
    </dgm:pt>
    <dgm:pt modelId="{8F085BE7-E592-4ECC-A2A4-6BAFA60AFF49}">
      <dgm:prSet custT="1"/>
      <dgm:spPr/>
      <dgm:t>
        <a:bodyPr/>
        <a:lstStyle/>
        <a:p>
          <a:r>
            <a:rPr lang="en-US" sz="4000" dirty="0"/>
            <a:t>- `</a:t>
          </a:r>
          <a:r>
            <a:rPr lang="en-US" sz="4000" dirty="0" err="1"/>
            <a:t>thread.start</a:t>
          </a:r>
          <a:r>
            <a:rPr lang="en-US" sz="4000" dirty="0"/>
            <a:t>()` starts execution in a separate thread.</a:t>
          </a:r>
        </a:p>
      </dgm:t>
    </dgm:pt>
    <dgm:pt modelId="{7A80A6F5-7953-4EEF-A6A7-BB7395D2B248}" type="parTrans" cxnId="{A831A6F0-B85C-407E-A9F2-8150B4999016}">
      <dgm:prSet/>
      <dgm:spPr/>
      <dgm:t>
        <a:bodyPr/>
        <a:lstStyle/>
        <a:p>
          <a:endParaRPr lang="en-US"/>
        </a:p>
      </dgm:t>
    </dgm:pt>
    <dgm:pt modelId="{120135A3-7288-4E8C-AD2B-7B89B79C9CAF}" type="sibTrans" cxnId="{A831A6F0-B85C-407E-A9F2-8150B4999016}">
      <dgm:prSet/>
      <dgm:spPr/>
      <dgm:t>
        <a:bodyPr/>
        <a:lstStyle/>
        <a:p>
          <a:endParaRPr lang="en-US"/>
        </a:p>
      </dgm:t>
    </dgm:pt>
    <dgm:pt modelId="{67786D3C-A776-4E02-9ADE-70E25CDDB017}" type="pres">
      <dgm:prSet presAssocID="{ECA5A2A3-DF13-4751-883C-9D47165F263A}" presName="linear" presStyleCnt="0">
        <dgm:presLayoutVars>
          <dgm:animLvl val="lvl"/>
          <dgm:resizeHandles val="exact"/>
        </dgm:presLayoutVars>
      </dgm:prSet>
      <dgm:spPr/>
    </dgm:pt>
    <dgm:pt modelId="{A641F229-C249-436A-9B0E-AFE38A9020A6}" type="pres">
      <dgm:prSet presAssocID="{DACE83D0-EBC8-4A54-B534-5E31D4DFBDD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1F49A23-3DCC-4255-AE51-52E994E184D8}" type="pres">
      <dgm:prSet presAssocID="{5BDD69D2-97F6-4BCF-8CC8-4E876F470EE4}" presName="spacer" presStyleCnt="0"/>
      <dgm:spPr/>
    </dgm:pt>
    <dgm:pt modelId="{9F3C8B70-C095-41B1-9AF5-F158B5CDC86B}" type="pres">
      <dgm:prSet presAssocID="{8F085BE7-E592-4ECC-A2A4-6BAFA60AFF4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18FDD21-A887-4C5A-9F73-3FE38D181283}" srcId="{ECA5A2A3-DF13-4751-883C-9D47165F263A}" destId="{DACE83D0-EBC8-4A54-B534-5E31D4DFBDD5}" srcOrd="0" destOrd="0" parTransId="{16D66262-A605-43B4-A7D8-0F310B9698AD}" sibTransId="{5BDD69D2-97F6-4BCF-8CC8-4E876F470EE4}"/>
    <dgm:cxn modelId="{B7D5C04E-7DE4-4C59-A221-BBDB2E389B00}" type="presOf" srcId="{DACE83D0-EBC8-4A54-B534-5E31D4DFBDD5}" destId="{A641F229-C249-436A-9B0E-AFE38A9020A6}" srcOrd="0" destOrd="0" presId="urn:microsoft.com/office/officeart/2005/8/layout/vList2"/>
    <dgm:cxn modelId="{6ACF3BBB-1C97-48A5-B55A-9A55D148541D}" type="presOf" srcId="{ECA5A2A3-DF13-4751-883C-9D47165F263A}" destId="{67786D3C-A776-4E02-9ADE-70E25CDDB017}" srcOrd="0" destOrd="0" presId="urn:microsoft.com/office/officeart/2005/8/layout/vList2"/>
    <dgm:cxn modelId="{63FABFE6-9E8B-4AFB-9ADD-4DF57676CB52}" type="presOf" srcId="{8F085BE7-E592-4ECC-A2A4-6BAFA60AFF49}" destId="{9F3C8B70-C095-41B1-9AF5-F158B5CDC86B}" srcOrd="0" destOrd="0" presId="urn:microsoft.com/office/officeart/2005/8/layout/vList2"/>
    <dgm:cxn modelId="{A831A6F0-B85C-407E-A9F2-8150B4999016}" srcId="{ECA5A2A3-DF13-4751-883C-9D47165F263A}" destId="{8F085BE7-E592-4ECC-A2A4-6BAFA60AFF49}" srcOrd="1" destOrd="0" parTransId="{7A80A6F5-7953-4EEF-A6A7-BB7395D2B248}" sibTransId="{120135A3-7288-4E8C-AD2B-7B89B79C9CAF}"/>
    <dgm:cxn modelId="{D0B246A0-B314-4FAE-8A9B-D0E54FAC5DB3}" type="presParOf" srcId="{67786D3C-A776-4E02-9ADE-70E25CDDB017}" destId="{A641F229-C249-436A-9B0E-AFE38A9020A6}" srcOrd="0" destOrd="0" presId="urn:microsoft.com/office/officeart/2005/8/layout/vList2"/>
    <dgm:cxn modelId="{740FB3F2-A1A8-4E61-A7F0-4FF78CC71E39}" type="presParOf" srcId="{67786D3C-A776-4E02-9ADE-70E25CDDB017}" destId="{71F49A23-3DCC-4255-AE51-52E994E184D8}" srcOrd="1" destOrd="0" presId="urn:microsoft.com/office/officeart/2005/8/layout/vList2"/>
    <dgm:cxn modelId="{02D96AEA-F018-42A6-AF86-651852AE076E}" type="presParOf" srcId="{67786D3C-A776-4E02-9ADE-70E25CDDB017}" destId="{9F3C8B70-C095-41B1-9AF5-F158B5CDC86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FA5F884-99F6-446C-BF00-40AEF835D03B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200779F-BFBD-46B5-9972-C0F0491C850F}">
      <dgm:prSet/>
      <dgm:spPr/>
      <dgm:t>
        <a:bodyPr/>
        <a:lstStyle/>
        <a:p>
          <a:r>
            <a:rPr lang="en-US"/>
            <a:t>- `thread.join()` blocks the main program until the thread completes execution.</a:t>
          </a:r>
        </a:p>
      </dgm:t>
    </dgm:pt>
    <dgm:pt modelId="{6D0D1227-4864-465A-ABA1-199CAAC6F174}" type="parTrans" cxnId="{99DA97FC-BA4B-4F8D-A2D8-9421793C3E36}">
      <dgm:prSet/>
      <dgm:spPr/>
      <dgm:t>
        <a:bodyPr/>
        <a:lstStyle/>
        <a:p>
          <a:endParaRPr lang="en-US"/>
        </a:p>
      </dgm:t>
    </dgm:pt>
    <dgm:pt modelId="{A5FD4305-5437-4067-9E39-0C865F3AEDBE}" type="sibTrans" cxnId="{99DA97FC-BA4B-4F8D-A2D8-9421793C3E36}">
      <dgm:prSet/>
      <dgm:spPr/>
      <dgm:t>
        <a:bodyPr/>
        <a:lstStyle/>
        <a:p>
          <a:endParaRPr lang="en-US"/>
        </a:p>
      </dgm:t>
    </dgm:pt>
    <dgm:pt modelId="{F56A172F-8EB9-4F8B-9148-4EE23545656A}">
      <dgm:prSet/>
      <dgm:spPr/>
      <dgm:t>
        <a:bodyPr/>
        <a:lstStyle/>
        <a:p>
          <a:r>
            <a:rPr lang="en-US"/>
            <a:t>- Ensures the program does not exit prematurely.</a:t>
          </a:r>
        </a:p>
      </dgm:t>
    </dgm:pt>
    <dgm:pt modelId="{F0D47758-17C0-45B5-9A00-2A6FCED6B983}" type="parTrans" cxnId="{16B0C4B7-F1E0-4F23-9F6E-BA6B2C2F426F}">
      <dgm:prSet/>
      <dgm:spPr/>
      <dgm:t>
        <a:bodyPr/>
        <a:lstStyle/>
        <a:p>
          <a:endParaRPr lang="en-US"/>
        </a:p>
      </dgm:t>
    </dgm:pt>
    <dgm:pt modelId="{C90EDF25-88FF-4059-B0DA-5300504D35DF}" type="sibTrans" cxnId="{16B0C4B7-F1E0-4F23-9F6E-BA6B2C2F426F}">
      <dgm:prSet/>
      <dgm:spPr/>
      <dgm:t>
        <a:bodyPr/>
        <a:lstStyle/>
        <a:p>
          <a:endParaRPr lang="en-US"/>
        </a:p>
      </dgm:t>
    </dgm:pt>
    <dgm:pt modelId="{92C56385-32B7-49E4-A0BD-4012C4FBC2F9}" type="pres">
      <dgm:prSet presAssocID="{9FA5F884-99F6-446C-BF00-40AEF835D03B}" presName="linear" presStyleCnt="0">
        <dgm:presLayoutVars>
          <dgm:animLvl val="lvl"/>
          <dgm:resizeHandles val="exact"/>
        </dgm:presLayoutVars>
      </dgm:prSet>
      <dgm:spPr/>
    </dgm:pt>
    <dgm:pt modelId="{CB37F460-304E-46E2-899B-BF2F3B060AB2}" type="pres">
      <dgm:prSet presAssocID="{E200779F-BFBD-46B5-9972-C0F0491C850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D68BAF5-A332-4CDC-BE4A-F3CF685BDB41}" type="pres">
      <dgm:prSet presAssocID="{A5FD4305-5437-4067-9E39-0C865F3AEDBE}" presName="spacer" presStyleCnt="0"/>
      <dgm:spPr/>
    </dgm:pt>
    <dgm:pt modelId="{88486B3C-A386-44C3-8B64-D5121230D44E}" type="pres">
      <dgm:prSet presAssocID="{F56A172F-8EB9-4F8B-9148-4EE23545656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B5A184E-2F28-412D-85C5-988956C8AF67}" type="presOf" srcId="{F56A172F-8EB9-4F8B-9148-4EE23545656A}" destId="{88486B3C-A386-44C3-8B64-D5121230D44E}" srcOrd="0" destOrd="0" presId="urn:microsoft.com/office/officeart/2005/8/layout/vList2"/>
    <dgm:cxn modelId="{16B0C4B7-F1E0-4F23-9F6E-BA6B2C2F426F}" srcId="{9FA5F884-99F6-446C-BF00-40AEF835D03B}" destId="{F56A172F-8EB9-4F8B-9148-4EE23545656A}" srcOrd="1" destOrd="0" parTransId="{F0D47758-17C0-45B5-9A00-2A6FCED6B983}" sibTransId="{C90EDF25-88FF-4059-B0DA-5300504D35DF}"/>
    <dgm:cxn modelId="{20DE40BF-4E75-465F-ABCC-76BAD8EB2467}" type="presOf" srcId="{9FA5F884-99F6-446C-BF00-40AEF835D03B}" destId="{92C56385-32B7-49E4-A0BD-4012C4FBC2F9}" srcOrd="0" destOrd="0" presId="urn:microsoft.com/office/officeart/2005/8/layout/vList2"/>
    <dgm:cxn modelId="{D4F3B7D4-A6A2-4199-BB0B-7D42485F58C1}" type="presOf" srcId="{E200779F-BFBD-46B5-9972-C0F0491C850F}" destId="{CB37F460-304E-46E2-899B-BF2F3B060AB2}" srcOrd="0" destOrd="0" presId="urn:microsoft.com/office/officeart/2005/8/layout/vList2"/>
    <dgm:cxn modelId="{99DA97FC-BA4B-4F8D-A2D8-9421793C3E36}" srcId="{9FA5F884-99F6-446C-BF00-40AEF835D03B}" destId="{E200779F-BFBD-46B5-9972-C0F0491C850F}" srcOrd="0" destOrd="0" parTransId="{6D0D1227-4864-465A-ABA1-199CAAC6F174}" sibTransId="{A5FD4305-5437-4067-9E39-0C865F3AEDBE}"/>
    <dgm:cxn modelId="{015B9F4C-FFE6-4F24-A13D-E9EF992097D5}" type="presParOf" srcId="{92C56385-32B7-49E4-A0BD-4012C4FBC2F9}" destId="{CB37F460-304E-46E2-899B-BF2F3B060AB2}" srcOrd="0" destOrd="0" presId="urn:microsoft.com/office/officeart/2005/8/layout/vList2"/>
    <dgm:cxn modelId="{695605E8-D75A-44F1-8DB0-170DD71BC7DE}" type="presParOf" srcId="{92C56385-32B7-49E4-A0BD-4012C4FBC2F9}" destId="{7D68BAF5-A332-4CDC-BE4A-F3CF685BDB41}" srcOrd="1" destOrd="0" presId="urn:microsoft.com/office/officeart/2005/8/layout/vList2"/>
    <dgm:cxn modelId="{AB5971CE-D228-4493-B39D-408A107C07B2}" type="presParOf" srcId="{92C56385-32B7-49E4-A0BD-4012C4FBC2F9}" destId="{88486B3C-A386-44C3-8B64-D5121230D44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86858D-2903-4AC1-88B7-23242097BCAD}">
      <dsp:nvSpPr>
        <dsp:cNvPr id="0" name=""/>
        <dsp:cNvSpPr/>
      </dsp:nvSpPr>
      <dsp:spPr>
        <a:xfrm>
          <a:off x="853" y="21822"/>
          <a:ext cx="3457633" cy="41491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 thread is a lightweight process that runs independently within a program.</a:t>
          </a:r>
        </a:p>
      </dsp:txBody>
      <dsp:txXfrm>
        <a:off x="853" y="1681486"/>
        <a:ext cx="3457633" cy="2489496"/>
      </dsp:txXfrm>
    </dsp:sp>
    <dsp:sp modelId="{94338875-0F9B-4564-B368-04183B218CD3}">
      <dsp:nvSpPr>
        <dsp:cNvPr id="0" name=""/>
        <dsp:cNvSpPr/>
      </dsp:nvSpPr>
      <dsp:spPr>
        <a:xfrm>
          <a:off x="853" y="21822"/>
          <a:ext cx="3457633" cy="16596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53" y="21822"/>
        <a:ext cx="3457633" cy="1659664"/>
      </dsp:txXfrm>
    </dsp:sp>
    <dsp:sp modelId="{CC47C161-E2F7-40BF-89A0-48EEE901B32F}">
      <dsp:nvSpPr>
        <dsp:cNvPr id="0" name=""/>
        <dsp:cNvSpPr/>
      </dsp:nvSpPr>
      <dsp:spPr>
        <a:xfrm>
          <a:off x="3735097" y="21822"/>
          <a:ext cx="3457633" cy="414916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Threads share the same memory space but can execute different parts of a program simultaneously.</a:t>
          </a:r>
        </a:p>
      </dsp:txBody>
      <dsp:txXfrm>
        <a:off x="3735097" y="1681486"/>
        <a:ext cx="3457633" cy="2489496"/>
      </dsp:txXfrm>
    </dsp:sp>
    <dsp:sp modelId="{9BAEA934-01C2-4510-94F7-E503E49FCEA3}">
      <dsp:nvSpPr>
        <dsp:cNvPr id="0" name=""/>
        <dsp:cNvSpPr/>
      </dsp:nvSpPr>
      <dsp:spPr>
        <a:xfrm>
          <a:off x="3735097" y="21822"/>
          <a:ext cx="3457633" cy="16596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35097" y="21822"/>
        <a:ext cx="3457633" cy="1659664"/>
      </dsp:txXfrm>
    </dsp:sp>
    <dsp:sp modelId="{3601A1D5-9B95-4D48-9488-0B93042820DF}">
      <dsp:nvSpPr>
        <dsp:cNvPr id="0" name=""/>
        <dsp:cNvSpPr/>
      </dsp:nvSpPr>
      <dsp:spPr>
        <a:xfrm>
          <a:off x="7469341" y="21822"/>
          <a:ext cx="3457633" cy="414916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Used in modern computing to improve performance and responsiveness.</a:t>
          </a:r>
        </a:p>
      </dsp:txBody>
      <dsp:txXfrm>
        <a:off x="7469341" y="1681486"/>
        <a:ext cx="3457633" cy="2489496"/>
      </dsp:txXfrm>
    </dsp:sp>
    <dsp:sp modelId="{CE7DC816-FB4F-4378-9B83-5096D4AD4A28}">
      <dsp:nvSpPr>
        <dsp:cNvPr id="0" name=""/>
        <dsp:cNvSpPr/>
      </dsp:nvSpPr>
      <dsp:spPr>
        <a:xfrm>
          <a:off x="7469341" y="21822"/>
          <a:ext cx="3457633" cy="16596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469341" y="21822"/>
        <a:ext cx="3457633" cy="16596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F0C27E-FF8F-4BE7-8E51-CFCCB3913F44}">
      <dsp:nvSpPr>
        <dsp:cNvPr id="0" name=""/>
        <dsp:cNvSpPr/>
      </dsp:nvSpPr>
      <dsp:spPr>
        <a:xfrm>
          <a:off x="0" y="59213"/>
          <a:ext cx="6245265" cy="1034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New:</a:t>
          </a:r>
          <a:r>
            <a:rPr lang="en-US" sz="2600" kern="1200"/>
            <a:t> Thread is created but not yet started.</a:t>
          </a:r>
        </a:p>
      </dsp:txBody>
      <dsp:txXfrm>
        <a:off x="50489" y="109702"/>
        <a:ext cx="6144287" cy="933302"/>
      </dsp:txXfrm>
    </dsp:sp>
    <dsp:sp modelId="{9D8BFEDD-9124-4553-B3A2-C3DF22014089}">
      <dsp:nvSpPr>
        <dsp:cNvPr id="0" name=""/>
        <dsp:cNvSpPr/>
      </dsp:nvSpPr>
      <dsp:spPr>
        <a:xfrm>
          <a:off x="0" y="1168373"/>
          <a:ext cx="6245265" cy="1034280"/>
        </a:xfrm>
        <a:prstGeom prst="round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Ready:</a:t>
          </a:r>
          <a:r>
            <a:rPr lang="en-US" sz="2600" kern="1200"/>
            <a:t> Thread is waiting for CPU allocation.</a:t>
          </a:r>
        </a:p>
      </dsp:txBody>
      <dsp:txXfrm>
        <a:off x="50489" y="1218862"/>
        <a:ext cx="6144287" cy="933302"/>
      </dsp:txXfrm>
    </dsp:sp>
    <dsp:sp modelId="{FCB947AA-03A1-4120-B92E-DF4338693258}">
      <dsp:nvSpPr>
        <dsp:cNvPr id="0" name=""/>
        <dsp:cNvSpPr/>
      </dsp:nvSpPr>
      <dsp:spPr>
        <a:xfrm>
          <a:off x="0" y="2277533"/>
          <a:ext cx="6245265" cy="103428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Running:</a:t>
          </a:r>
          <a:r>
            <a:rPr lang="en-US" sz="2600" kern="1200"/>
            <a:t> Thread is executing instructions.</a:t>
          </a:r>
        </a:p>
      </dsp:txBody>
      <dsp:txXfrm>
        <a:off x="50489" y="2328022"/>
        <a:ext cx="6144287" cy="933302"/>
      </dsp:txXfrm>
    </dsp:sp>
    <dsp:sp modelId="{2403D98C-C240-48B6-99E2-F5358C6089CD}">
      <dsp:nvSpPr>
        <dsp:cNvPr id="0" name=""/>
        <dsp:cNvSpPr/>
      </dsp:nvSpPr>
      <dsp:spPr>
        <a:xfrm>
          <a:off x="0" y="3386693"/>
          <a:ext cx="6245265" cy="1034280"/>
        </a:xfrm>
        <a:prstGeom prst="round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Blocked:</a:t>
          </a:r>
          <a:r>
            <a:rPr lang="en-US" sz="2600" kern="1200"/>
            <a:t> Waiting for a resource or input.</a:t>
          </a:r>
        </a:p>
      </dsp:txBody>
      <dsp:txXfrm>
        <a:off x="50489" y="3437182"/>
        <a:ext cx="6144287" cy="933302"/>
      </dsp:txXfrm>
    </dsp:sp>
    <dsp:sp modelId="{41316271-1DD8-4542-B54C-FEB974CDA50B}">
      <dsp:nvSpPr>
        <dsp:cNvPr id="0" name=""/>
        <dsp:cNvSpPr/>
      </dsp:nvSpPr>
      <dsp:spPr>
        <a:xfrm>
          <a:off x="0" y="4495853"/>
          <a:ext cx="6245265" cy="103428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Terminated:</a:t>
          </a:r>
          <a:r>
            <a:rPr lang="en-US" sz="2600" kern="1200"/>
            <a:t> Execution completed or manually stopped.</a:t>
          </a:r>
        </a:p>
      </dsp:txBody>
      <dsp:txXfrm>
        <a:off x="50489" y="4546342"/>
        <a:ext cx="6144287" cy="9333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71EA73-C551-4254-B400-DD695F1C7E44}">
      <dsp:nvSpPr>
        <dsp:cNvPr id="0" name=""/>
        <dsp:cNvSpPr/>
      </dsp:nvSpPr>
      <dsp:spPr>
        <a:xfrm>
          <a:off x="0" y="11684"/>
          <a:ext cx="6253721" cy="1193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Improved </a:t>
          </a:r>
          <a:r>
            <a:rPr lang="en-US" sz="3000" b="1" kern="1200"/>
            <a:t>performance</a:t>
          </a:r>
          <a:r>
            <a:rPr lang="en-US" sz="3000" kern="1200"/>
            <a:t> via parallel execution.</a:t>
          </a:r>
        </a:p>
      </dsp:txBody>
      <dsp:txXfrm>
        <a:off x="58257" y="69941"/>
        <a:ext cx="6137207" cy="1076886"/>
      </dsp:txXfrm>
    </dsp:sp>
    <dsp:sp modelId="{0EAB42F3-5147-46D9-B570-63B3BEF72A21}">
      <dsp:nvSpPr>
        <dsp:cNvPr id="0" name=""/>
        <dsp:cNvSpPr/>
      </dsp:nvSpPr>
      <dsp:spPr>
        <a:xfrm>
          <a:off x="0" y="1291484"/>
          <a:ext cx="6253721" cy="1193400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Efficient resource utilization</a:t>
          </a:r>
          <a:r>
            <a:rPr lang="en-US" sz="3000" kern="1200"/>
            <a:t> (same memory space shared).</a:t>
          </a:r>
        </a:p>
      </dsp:txBody>
      <dsp:txXfrm>
        <a:off x="58257" y="1349741"/>
        <a:ext cx="6137207" cy="1076886"/>
      </dsp:txXfrm>
    </dsp:sp>
    <dsp:sp modelId="{E44A981C-7435-48C6-9494-8218B847466F}">
      <dsp:nvSpPr>
        <dsp:cNvPr id="0" name=""/>
        <dsp:cNvSpPr/>
      </dsp:nvSpPr>
      <dsp:spPr>
        <a:xfrm>
          <a:off x="0" y="2571284"/>
          <a:ext cx="6253721" cy="1193400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Better responsiveness</a:t>
          </a:r>
          <a:r>
            <a:rPr lang="en-US" sz="3000" kern="1200"/>
            <a:t> in applications like UI-based systems.</a:t>
          </a:r>
        </a:p>
      </dsp:txBody>
      <dsp:txXfrm>
        <a:off x="58257" y="2629541"/>
        <a:ext cx="6137207" cy="1076886"/>
      </dsp:txXfrm>
    </dsp:sp>
    <dsp:sp modelId="{468325DA-480A-4C5F-BD9A-AE3A3CE43FCA}">
      <dsp:nvSpPr>
        <dsp:cNvPr id="0" name=""/>
        <dsp:cNvSpPr/>
      </dsp:nvSpPr>
      <dsp:spPr>
        <a:xfrm>
          <a:off x="0" y="3851085"/>
          <a:ext cx="6253721" cy="119340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Simplifies complex tasks</a:t>
          </a:r>
          <a:r>
            <a:rPr lang="en-US" sz="3000" kern="1200"/>
            <a:t> by breaking them into smaller units.</a:t>
          </a:r>
        </a:p>
      </dsp:txBody>
      <dsp:txXfrm>
        <a:off x="58257" y="3909342"/>
        <a:ext cx="6137207" cy="10768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AC34A4-3726-4DDA-A248-62A3329DAFAB}">
      <dsp:nvSpPr>
        <dsp:cNvPr id="0" name=""/>
        <dsp:cNvSpPr/>
      </dsp:nvSpPr>
      <dsp:spPr>
        <a:xfrm>
          <a:off x="0" y="32334"/>
          <a:ext cx="6798539" cy="17596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just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- `with lock:` ensures only one thread enters the critical section at a time.</a:t>
          </a:r>
        </a:p>
      </dsp:txBody>
      <dsp:txXfrm>
        <a:off x="85900" y="118234"/>
        <a:ext cx="6626739" cy="1587880"/>
      </dsp:txXfrm>
    </dsp:sp>
    <dsp:sp modelId="{47D71BFE-AB64-4B65-AA97-7BC0EF7C8F60}">
      <dsp:nvSpPr>
        <dsp:cNvPr id="0" name=""/>
        <dsp:cNvSpPr/>
      </dsp:nvSpPr>
      <dsp:spPr>
        <a:xfrm>
          <a:off x="0" y="1898688"/>
          <a:ext cx="6798539" cy="175968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just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- Automatically releases the lock after execution to prevent deadlocks.</a:t>
          </a:r>
        </a:p>
      </dsp:txBody>
      <dsp:txXfrm>
        <a:off x="85900" y="1984588"/>
        <a:ext cx="6626739" cy="15878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41F229-C249-436A-9B0E-AFE38A9020A6}">
      <dsp:nvSpPr>
        <dsp:cNvPr id="0" name=""/>
        <dsp:cNvSpPr/>
      </dsp:nvSpPr>
      <dsp:spPr>
        <a:xfrm>
          <a:off x="0" y="496307"/>
          <a:ext cx="10515600" cy="158576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- `thread = </a:t>
          </a:r>
          <a:r>
            <a:rPr lang="en-US" sz="3200" kern="1200" dirty="0" err="1"/>
            <a:t>threading.Thread</a:t>
          </a:r>
          <a:r>
            <a:rPr lang="en-US" sz="3200" kern="1200" dirty="0"/>
            <a:t>(target=</a:t>
          </a:r>
          <a:r>
            <a:rPr lang="en-US" sz="3200" kern="1200" dirty="0" err="1"/>
            <a:t>critical_section</a:t>
          </a:r>
          <a:r>
            <a:rPr lang="en-US" sz="3200" kern="1200" dirty="0"/>
            <a:t>)` creates a new thread.</a:t>
          </a:r>
        </a:p>
      </dsp:txBody>
      <dsp:txXfrm>
        <a:off x="77410" y="573717"/>
        <a:ext cx="10360780" cy="1430941"/>
      </dsp:txXfrm>
    </dsp:sp>
    <dsp:sp modelId="{9F3C8B70-C095-41B1-9AF5-F158B5CDC86B}">
      <dsp:nvSpPr>
        <dsp:cNvPr id="0" name=""/>
        <dsp:cNvSpPr/>
      </dsp:nvSpPr>
      <dsp:spPr>
        <a:xfrm>
          <a:off x="0" y="2269269"/>
          <a:ext cx="10515600" cy="1585761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- `</a:t>
          </a:r>
          <a:r>
            <a:rPr lang="en-US" sz="4000" kern="1200" dirty="0" err="1"/>
            <a:t>thread.start</a:t>
          </a:r>
          <a:r>
            <a:rPr lang="en-US" sz="4000" kern="1200" dirty="0"/>
            <a:t>()` starts execution in a separate thread.</a:t>
          </a:r>
        </a:p>
      </dsp:txBody>
      <dsp:txXfrm>
        <a:off x="77410" y="2346679"/>
        <a:ext cx="10360780" cy="143094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37F460-304E-46E2-899B-BF2F3B060AB2}">
      <dsp:nvSpPr>
        <dsp:cNvPr id="0" name=""/>
        <dsp:cNvSpPr/>
      </dsp:nvSpPr>
      <dsp:spPr>
        <a:xfrm>
          <a:off x="0" y="526189"/>
          <a:ext cx="6666833" cy="214461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- `thread.join()` blocks the main program until the thread completes execution.</a:t>
          </a:r>
        </a:p>
      </dsp:txBody>
      <dsp:txXfrm>
        <a:off x="104691" y="630880"/>
        <a:ext cx="6457451" cy="1935228"/>
      </dsp:txXfrm>
    </dsp:sp>
    <dsp:sp modelId="{88486B3C-A386-44C3-8B64-D5121230D44E}">
      <dsp:nvSpPr>
        <dsp:cNvPr id="0" name=""/>
        <dsp:cNvSpPr/>
      </dsp:nvSpPr>
      <dsp:spPr>
        <a:xfrm>
          <a:off x="0" y="2783119"/>
          <a:ext cx="6666833" cy="214461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- Ensures the program does not exit prematurely.</a:t>
          </a:r>
        </a:p>
      </dsp:txBody>
      <dsp:txXfrm>
        <a:off x="104691" y="2887810"/>
        <a:ext cx="6457451" cy="19352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DE071-0F9C-1135-3567-947DFFF00F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DF083-2CAA-AEB9-F442-AFCD39166E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0BA5C-4449-4178-7DAF-A5379654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E1A13-E827-B8E0-25EC-E82E4D829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F9D00-26B8-08BD-DFDC-B33794C03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686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FFB3F-3B9F-19FC-9ED3-565C450E4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A5F45-4D18-95C1-54E4-C80DE5DFC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3F224-A7E7-2170-21BB-9764B5F8D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ADE7D-D354-5A5C-44E7-D502C51ED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C228E-F8F8-3F5F-3BCC-A51082FAB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960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7337A-0400-8CD7-00EF-AF3DDAC5C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7B394-1A8C-DDCC-0A64-618B96D82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EA1EC-59A8-B17B-AE4B-212C740EE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D95E3-D33B-9849-046B-C0C78AA22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D7231-D9A1-1714-509D-96CA44429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53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8D9EB-19E0-DDCC-6199-A6AD74FC4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4491A-A1D9-085C-B14D-D928DF4E31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8C8CD-4697-7B56-63CF-6D4803F74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8013-2309-4F0D-F2A6-02729F10D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FB0B97-A441-B8B7-0F05-372A21E9C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BC312-C7F4-F02A-C374-F56D816CC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92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11EBA-E97B-5947-4CA2-C857AF47C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7A15E-3BAA-718F-FD52-679BC39D2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B90E7F-D850-1136-9F44-D4FCAD70F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910145-61CD-D626-5FE9-07F02A68FA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36980F-B7B1-8C5F-4C44-6345E877CD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8D77CC-E5AD-E112-B91D-FD4BBA678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EA287B-EE9E-2AEB-045E-FC28C58F6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8D9097-8BD7-630D-04B9-64E78267F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549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5873-DC94-917C-6CCC-EB6361D28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FEAB5E-EEF3-04AE-17C3-D5BE1C3C7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F17AFE-02D2-6C7B-DEB1-EF080CF45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0EC46-D9A7-ACC3-2B0C-F661855AB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549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051580-06B6-6BAD-97EB-8B142215C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2DCFF4-08BC-4D42-2990-DE61A71E0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86F79-109B-AF28-4E48-A990D395C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39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BF87B-54EB-7987-4911-36CC376B0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4DE3D-CA69-F48C-6A63-4120C57F6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D95580-1F49-CAFF-81AD-F3E82D0FD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133A6-0428-58D5-F5CA-8258AD627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CCC497-C9EC-8AC3-1C30-669F56965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0717ED-16C5-8535-E76C-0C15EA460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1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35377-5E69-C1C0-4660-39C1316CD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A4B800-F645-3933-35F2-310797CF07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29871E-C35B-BB35-FCB7-D9ADA75B2B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9C99A4-74F3-7814-3DDE-F660A8799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A859C-5135-CEAD-5471-AFDFCA86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37382-F173-E1B5-4A0B-F11B0CBA2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842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AD987-52EA-B089-27EA-D06D0477F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F6793E-DEF7-59F8-75DD-8F7A98B49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60025-7727-DA87-31F0-F71E79CA1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994C0-2E76-48E9-8113-FC3781C31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8256F-D168-60A7-3BC6-207E9DC8D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97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560A9D-0970-50FD-A133-C4EDF890F9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FB9345-A896-F968-4A4D-01E33D2D7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E479A-730E-C123-81AE-401B5927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C56A2-20F8-D005-BEE7-789007685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85610-670B-3309-B222-AB155DA5B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975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AA8BE3-9AA3-926C-C056-4C898E298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6160F-2154-14BF-34A5-78C348FA8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A9FBD-DFEB-9712-8144-5F91D535F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CCF5B-C99E-B651-8C70-F8EE3C2FB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980E3-6975-7D95-10C7-C63469F7F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550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AE2206-4F9E-E72A-A21D-0D8B65A30D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12285" y="739978"/>
            <a:ext cx="6025019" cy="3004145"/>
          </a:xfrm>
        </p:spPr>
        <p:txBody>
          <a:bodyPr>
            <a:normAutofit/>
          </a:bodyPr>
          <a:lstStyle/>
          <a:p>
            <a:r>
              <a:rPr lang="en-US" sz="5100" dirty="0"/>
              <a:t>Parallel &amp; Distributed Systems</a:t>
            </a:r>
            <a:br>
              <a:rPr lang="en-US" sz="5100" dirty="0"/>
            </a:br>
            <a:br>
              <a:rPr lang="en-US" sz="5100" dirty="0"/>
            </a:br>
            <a:r>
              <a:rPr lang="en-US" sz="3200" dirty="0"/>
              <a:t>Lecture # 3 </a:t>
            </a:r>
            <a:endParaRPr lang="en-US" sz="5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1132A0-6913-5F26-ECB9-7200A0687E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8544" y="4623299"/>
            <a:ext cx="5334931" cy="2189214"/>
          </a:xfrm>
        </p:spPr>
        <p:txBody>
          <a:bodyPr>
            <a:normAutofit/>
          </a:bodyPr>
          <a:lstStyle/>
          <a:p>
            <a:r>
              <a:rPr lang="en-US" dirty="0"/>
              <a:t>By, </a:t>
            </a:r>
          </a:p>
          <a:p>
            <a:r>
              <a:rPr lang="en-US" dirty="0"/>
              <a:t>Dr. Ali Akbar </a:t>
            </a:r>
            <a:r>
              <a:rPr lang="en-US" dirty="0" err="1"/>
              <a:t>Sidduque</a:t>
            </a:r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Picture 3" descr="Network connection abstract against a white background">
            <a:extLst>
              <a:ext uri="{FF2B5EF4-FFF2-40B4-BE49-F238E27FC236}">
                <a16:creationId xmlns:a16="http://schemas.microsoft.com/office/drawing/2014/main" id="{D8C447E5-A2F2-4AE0-C70E-599A8634E4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249" b="-1"/>
          <a:stretch/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778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ED45C8-B107-504C-C743-AC386AD41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Introduction to Threads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CBE941-03FC-2620-9B38-1F78CC0D94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435244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7220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0B15B5-1C34-320F-50E5-A57CEC841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01602"/>
            <a:ext cx="4711431" cy="870856"/>
          </a:xfrm>
        </p:spPr>
        <p:txBody>
          <a:bodyPr anchor="b">
            <a:normAutofit/>
          </a:bodyPr>
          <a:lstStyle/>
          <a:p>
            <a:r>
              <a:rPr lang="en-US" sz="3900" dirty="0"/>
              <a:t>Single-threaded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15417-052B-2BDC-49C1-83DCDE65B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1" y="1611088"/>
            <a:ext cx="5283194" cy="4745262"/>
          </a:xfrm>
        </p:spPr>
        <p:txBody>
          <a:bodyPr anchor="t">
            <a:normAutofit lnSpcReduction="10000"/>
          </a:bodyPr>
          <a:lstStyle/>
          <a:p>
            <a:pPr algn="just">
              <a:buNone/>
            </a:pPr>
            <a:r>
              <a:rPr lang="en-US" sz="2400" b="1" dirty="0">
                <a:solidFill>
                  <a:schemeClr val="tx1">
                    <a:alpha val="80000"/>
                  </a:schemeClr>
                </a:solidFill>
              </a:rPr>
              <a:t>Single-Threaded Process (Left Side):</a:t>
            </a:r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A single-threaded process contains only </a:t>
            </a:r>
            <a:r>
              <a:rPr lang="en-US" sz="2400" b="1" dirty="0">
                <a:solidFill>
                  <a:schemeClr val="tx1">
                    <a:alpha val="80000"/>
                  </a:schemeClr>
                </a:solidFill>
              </a:rPr>
              <a:t>one thread of execution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It has a </a:t>
            </a:r>
            <a:r>
              <a:rPr lang="en-US" sz="2400" b="1" dirty="0">
                <a:solidFill>
                  <a:schemeClr val="tx1">
                    <a:alpha val="80000"/>
                  </a:schemeClr>
                </a:solidFill>
              </a:rPr>
              <a:t>code section, data section, and file section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 that represent the program’s instructions and resources.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The </a:t>
            </a:r>
            <a:r>
              <a:rPr lang="en-US" sz="2400" b="1" dirty="0">
                <a:solidFill>
                  <a:schemeClr val="tx1">
                    <a:alpha val="80000"/>
                  </a:schemeClr>
                </a:solidFill>
              </a:rPr>
              <a:t>stack and registers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 are dedicated to the single thread, meaning only one sequence of instructions is executed at a time.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Since there is only </a:t>
            </a:r>
            <a:r>
              <a:rPr lang="en-US" sz="2400" b="1" dirty="0">
                <a:solidFill>
                  <a:schemeClr val="tx1">
                    <a:alpha val="80000"/>
                  </a:schemeClr>
                </a:solidFill>
              </a:rPr>
              <a:t>one execution thread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, tasks must be completed sequentially.</a:t>
            </a:r>
          </a:p>
          <a:p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2D5F2B4-ABCF-649D-4F45-8674C3D10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19" y="263961"/>
            <a:ext cx="4861832" cy="633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81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FBAC07-BE1B-A921-B541-57E533D69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4171"/>
            <a:ext cx="5490159" cy="1451429"/>
          </a:xfrm>
        </p:spPr>
        <p:txBody>
          <a:bodyPr anchor="b">
            <a:normAutofit fontScale="90000"/>
          </a:bodyPr>
          <a:lstStyle/>
          <a:p>
            <a:r>
              <a:rPr lang="en-US" sz="5200" dirty="0"/>
              <a:t>Multi-threaded processes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EB0BD4-2CB9-CB50-0DA5-6D5806D86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00" y="511374"/>
            <a:ext cx="5499725" cy="58352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2B1AF-CE1F-DF6E-1B23-17C010DD0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799772"/>
            <a:ext cx="5343965" cy="4556578"/>
          </a:xfrm>
        </p:spPr>
        <p:txBody>
          <a:bodyPr anchor="t">
            <a:normAutofit fontScale="92500" lnSpcReduction="10000"/>
          </a:bodyPr>
          <a:lstStyle/>
          <a:p>
            <a:pPr algn="just"/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A multi-threaded process consists of multiple threads within the same process.</a:t>
            </a:r>
          </a:p>
          <a:p>
            <a:pPr algn="just"/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The code, data, and file sections are shared among all threads, allowing for efficient resource utilization.</a:t>
            </a:r>
          </a:p>
          <a:p>
            <a:pPr algn="just"/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Each thread has its own stack and register set, enabling concurrent execution of different tasks within the same application.</a:t>
            </a:r>
          </a:p>
          <a:p>
            <a:pPr algn="just"/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Advantage: Multi-threading improves performance by executing multiple operations in parallel, reducing CPU idle time and enhancing responsiveness.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528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491226-A297-CFB6-BAEF-EFC621288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F022AF8-52DE-6F64-549A-BA9627C2C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Single-threaded processes execute tasks one after another, leading to potential inefficiencies.</a:t>
            </a:r>
          </a:p>
          <a:p>
            <a:pPr algn="just"/>
            <a:r>
              <a:rPr lang="en-US" dirty="0"/>
              <a:t>Multi-threaded processes allow multiple tasks to run concurrently within the same program, improving performance and responsiveness.</a:t>
            </a:r>
          </a:p>
          <a:p>
            <a:pPr algn="just"/>
            <a:r>
              <a:rPr lang="en-US" dirty="0"/>
              <a:t>Multi-threading is commonly used in applications like web servers, parallel computing, and real-time systems to handle multiple operations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2705341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00CDE7-F92F-96D8-7085-E355ECAFD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Types of Threads</a:t>
            </a:r>
            <a:endParaRPr lang="en-US" sz="3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F482C2-3AEF-2F18-B546-EF56F4FFB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40" y="1515570"/>
            <a:ext cx="11727060" cy="532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5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D79FD0-41D4-5CC6-09B0-F3C0F0A62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8000"/>
              <a:t>Thread Lifecycle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B9D4D7A-059A-B4A3-82C9-7F8E92F749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7049048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8624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B63645-F887-5D6F-2DEB-DC2EB3FB9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Thread Lifecycle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F78E089-ED00-BB28-6730-DFFA1B3427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1983502"/>
            <a:ext cx="11327549" cy="4417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330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C2620-A880-3D20-8FCD-27E4724A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5143"/>
            <a:ext cx="12003315" cy="1117600"/>
          </a:xfrm>
        </p:spPr>
        <p:txBody>
          <a:bodyPr/>
          <a:lstStyle/>
          <a:p>
            <a:r>
              <a:rPr lang="en-US"/>
              <a:t> Thread Life Cycle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E24A8-FCC5-0E33-7F51-07EC970CD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685" y="1262743"/>
            <a:ext cx="6850744" cy="5595256"/>
          </a:xfrm>
        </p:spPr>
        <p:txBody>
          <a:bodyPr>
            <a:normAutofit fontScale="25000" lnSpcReduction="2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7200" b="1"/>
              <a:t>New State</a:t>
            </a:r>
            <a:r>
              <a:rPr lang="en-US" sz="7200"/>
              <a:t>:</a:t>
            </a:r>
          </a:p>
          <a:p>
            <a:pPr marL="465138" indent="-233363" algn="just">
              <a:buFont typeface="Arial" panose="020B0604020202020204" pitchFamily="34" charset="0"/>
              <a:buChar char="•"/>
            </a:pPr>
            <a:r>
              <a:rPr lang="en-US" sz="7200"/>
              <a:t>The process is created but not yet ready for execution.</a:t>
            </a:r>
          </a:p>
          <a:p>
            <a:pPr marL="465138" indent="-233363" algn="just">
              <a:buFont typeface="Arial" panose="020B0604020202020204" pitchFamily="34" charset="0"/>
              <a:buChar char="•"/>
            </a:pPr>
            <a:r>
              <a:rPr lang="en-US" sz="7200"/>
              <a:t>It waits for admission into the ready queue by the operating system.</a:t>
            </a:r>
          </a:p>
          <a:p>
            <a:pPr marL="514350" indent="-514350" algn="just">
              <a:buFont typeface="+mj-lt"/>
              <a:buAutoNum type="arabicPeriod" startAt="2"/>
            </a:pPr>
            <a:r>
              <a:rPr lang="en-US" sz="7200" b="1"/>
              <a:t>Ready State:</a:t>
            </a:r>
          </a:p>
          <a:p>
            <a:pPr marL="465138" indent="-233363" algn="just">
              <a:buFont typeface="Arial" panose="020B0604020202020204" pitchFamily="34" charset="0"/>
              <a:buChar char="•"/>
            </a:pPr>
            <a:r>
              <a:rPr lang="en-US" sz="7200"/>
              <a:t>The process is loaded into memory and waiting for CPU time.</a:t>
            </a:r>
          </a:p>
          <a:p>
            <a:pPr marL="465138" indent="-233363" algn="just">
              <a:buFont typeface="Arial" panose="020B0604020202020204" pitchFamily="34" charset="0"/>
              <a:buChar char="•"/>
            </a:pPr>
            <a:r>
              <a:rPr lang="en-US" sz="7200"/>
              <a:t>It is ready to be assigned to a processor by the CPU scheduler.</a:t>
            </a:r>
          </a:p>
          <a:p>
            <a:pPr marL="514350" indent="-514350" algn="just">
              <a:buFont typeface="+mj-lt"/>
              <a:buAutoNum type="arabicPeriod" startAt="3"/>
            </a:pPr>
            <a:r>
              <a:rPr lang="en-US" sz="7200" b="1"/>
              <a:t>Running State</a:t>
            </a:r>
            <a:r>
              <a:rPr lang="en-US" sz="7200"/>
              <a:t>:</a:t>
            </a:r>
          </a:p>
          <a:p>
            <a:pPr marL="465138" algn="just">
              <a:buFont typeface="Arial" panose="020B0604020202020204" pitchFamily="34" charset="0"/>
              <a:buChar char="•"/>
            </a:pPr>
            <a:r>
              <a:rPr lang="en-US" sz="7200"/>
              <a:t>The process is currently executing on the CPU.</a:t>
            </a:r>
          </a:p>
          <a:p>
            <a:pPr marL="465138" algn="just">
              <a:buFont typeface="Arial" panose="020B0604020202020204" pitchFamily="34" charset="0"/>
              <a:buChar char="•"/>
            </a:pPr>
            <a:r>
              <a:rPr lang="en-US" sz="7200"/>
              <a:t>If it completes execution, it moves to the </a:t>
            </a:r>
            <a:r>
              <a:rPr lang="en-US" sz="7200" b="1"/>
              <a:t>terminated</a:t>
            </a:r>
            <a:r>
              <a:rPr lang="en-US" sz="7200"/>
              <a:t> state.</a:t>
            </a:r>
          </a:p>
          <a:p>
            <a:pPr marL="465138" algn="just">
              <a:buFont typeface="Arial" panose="020B0604020202020204" pitchFamily="34" charset="0"/>
              <a:buChar char="•"/>
            </a:pPr>
            <a:r>
              <a:rPr lang="en-US" sz="7200"/>
              <a:t>If an </a:t>
            </a:r>
            <a:r>
              <a:rPr lang="en-US" sz="7200" b="1"/>
              <a:t>interrupt</a:t>
            </a:r>
            <a:r>
              <a:rPr lang="en-US" sz="7200"/>
              <a:t> occurs, it moves back to the </a:t>
            </a:r>
            <a:r>
              <a:rPr lang="en-US" sz="7200" b="1"/>
              <a:t>ready</a:t>
            </a:r>
            <a:r>
              <a:rPr lang="en-US" sz="7200"/>
              <a:t> state.</a:t>
            </a:r>
          </a:p>
          <a:p>
            <a:pPr marL="514350" indent="-514350" algn="just">
              <a:buFont typeface="+mj-lt"/>
              <a:buAutoNum type="arabicPeriod" startAt="4"/>
            </a:pPr>
            <a:r>
              <a:rPr lang="en-US" sz="7200" b="1"/>
              <a:t>Waiting State</a:t>
            </a:r>
            <a:r>
              <a:rPr lang="en-US" sz="7200"/>
              <a:t>:</a:t>
            </a:r>
          </a:p>
          <a:p>
            <a:pPr marL="465138" algn="just">
              <a:buFont typeface="Arial" panose="020B0604020202020204" pitchFamily="34" charset="0"/>
              <a:buChar char="•"/>
            </a:pPr>
            <a:r>
              <a:rPr lang="en-US" sz="7200"/>
              <a:t>The process is waiting for an I/O operation or an event to occur.</a:t>
            </a:r>
          </a:p>
          <a:p>
            <a:pPr marL="465138" algn="just">
              <a:buFont typeface="Arial" panose="020B0604020202020204" pitchFamily="34" charset="0"/>
              <a:buChar char="•"/>
            </a:pPr>
            <a:r>
              <a:rPr lang="en-US" sz="7200"/>
              <a:t>It cannot execute until the required operation is completed.</a:t>
            </a:r>
          </a:p>
          <a:p>
            <a:pPr marL="514350" indent="-514350" algn="just">
              <a:buFont typeface="+mj-lt"/>
              <a:buAutoNum type="arabicPeriod" startAt="5"/>
            </a:pPr>
            <a:r>
              <a:rPr lang="en-US" sz="7200" b="1"/>
              <a:t>Terminated State</a:t>
            </a:r>
            <a:r>
              <a:rPr lang="en-US" sz="7200"/>
              <a:t>:</a:t>
            </a:r>
          </a:p>
          <a:p>
            <a:pPr marL="465138" algn="just">
              <a:buFont typeface="Arial" panose="020B0604020202020204" pitchFamily="34" charset="0"/>
              <a:buChar char="•"/>
            </a:pPr>
            <a:r>
              <a:rPr lang="en-US" sz="7200"/>
              <a:t>The process has completed execution or has been forcefully stopped.</a:t>
            </a:r>
          </a:p>
          <a:p>
            <a:pPr marL="465138" algn="just">
              <a:buFont typeface="Arial" panose="020B0604020202020204" pitchFamily="34" charset="0"/>
              <a:buChar char="•"/>
            </a:pPr>
            <a:r>
              <a:rPr lang="en-US" sz="7200"/>
              <a:t>It is removed from memory.</a:t>
            </a:r>
          </a:p>
          <a:p>
            <a:pPr marL="236538" indent="0">
              <a:buNone/>
            </a:pPr>
            <a:endParaRPr lang="en-US"/>
          </a:p>
          <a:p>
            <a:pPr marL="236538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73D993-8695-00F9-FAB8-0AEFF4E91D49}"/>
              </a:ext>
            </a:extLst>
          </p:cNvPr>
          <p:cNvSpPr txBox="1"/>
          <p:nvPr/>
        </p:nvSpPr>
        <p:spPr>
          <a:xfrm>
            <a:off x="7213600" y="2007114"/>
            <a:ext cx="478971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US" b="1"/>
              <a:t>Transitions Between States</a:t>
            </a:r>
            <a:r>
              <a:rPr lang="en-US"/>
              <a:t>:</a:t>
            </a:r>
          </a:p>
          <a:p>
            <a:pPr marL="465138" indent="-233363">
              <a:buFont typeface="Arial" panose="020B0604020202020204" pitchFamily="34" charset="0"/>
              <a:buChar char="•"/>
            </a:pPr>
            <a:r>
              <a:rPr lang="en-US" b="1"/>
              <a:t>Admitted</a:t>
            </a:r>
            <a:r>
              <a:rPr lang="en-US"/>
              <a:t>: A process moves from </a:t>
            </a:r>
            <a:r>
              <a:rPr lang="en-US" b="1"/>
              <a:t>new</a:t>
            </a:r>
            <a:r>
              <a:rPr lang="en-US"/>
              <a:t> to </a:t>
            </a:r>
            <a:r>
              <a:rPr lang="en-US" b="1"/>
              <a:t>ready</a:t>
            </a:r>
            <a:r>
              <a:rPr lang="en-US"/>
              <a:t> state when it is scheduled.</a:t>
            </a:r>
          </a:p>
          <a:p>
            <a:pPr marL="465138" indent="-233363">
              <a:buFont typeface="Arial" panose="020B0604020202020204" pitchFamily="34" charset="0"/>
              <a:buChar char="•"/>
            </a:pPr>
            <a:r>
              <a:rPr lang="en-US" b="1"/>
              <a:t>Scheduler Dispatch</a:t>
            </a:r>
            <a:r>
              <a:rPr lang="en-US"/>
              <a:t>: Moves a process from </a:t>
            </a:r>
            <a:r>
              <a:rPr lang="en-US" b="1"/>
              <a:t>ready</a:t>
            </a:r>
            <a:r>
              <a:rPr lang="en-US"/>
              <a:t> to </a:t>
            </a:r>
            <a:r>
              <a:rPr lang="en-US" b="1"/>
              <a:t>running</a:t>
            </a:r>
            <a:r>
              <a:rPr lang="en-US"/>
              <a:t> when the CPU is allocated.</a:t>
            </a:r>
          </a:p>
          <a:p>
            <a:pPr marL="465138" indent="-233363">
              <a:buFont typeface="Arial" panose="020B0604020202020204" pitchFamily="34" charset="0"/>
              <a:buChar char="•"/>
            </a:pPr>
            <a:r>
              <a:rPr lang="en-US" b="1"/>
              <a:t>Interrupt</a:t>
            </a:r>
            <a:r>
              <a:rPr lang="en-US"/>
              <a:t>: A process in </a:t>
            </a:r>
            <a:r>
              <a:rPr lang="en-US" b="1"/>
              <a:t>running</a:t>
            </a:r>
            <a:r>
              <a:rPr lang="en-US"/>
              <a:t> can be preempted and moved back to </a:t>
            </a:r>
            <a:r>
              <a:rPr lang="en-US" b="1"/>
              <a:t>ready</a:t>
            </a:r>
            <a:r>
              <a:rPr lang="en-US"/>
              <a:t>.</a:t>
            </a:r>
          </a:p>
          <a:p>
            <a:pPr marL="465138" indent="-233363">
              <a:buFont typeface="Arial" panose="020B0604020202020204" pitchFamily="34" charset="0"/>
              <a:buChar char="•"/>
            </a:pPr>
            <a:r>
              <a:rPr lang="en-US" b="1"/>
              <a:t>I/O or Event Wait</a:t>
            </a:r>
            <a:r>
              <a:rPr lang="en-US"/>
              <a:t>: A process moves from </a:t>
            </a:r>
            <a:r>
              <a:rPr lang="en-US" b="1"/>
              <a:t>running</a:t>
            </a:r>
            <a:r>
              <a:rPr lang="en-US"/>
              <a:t> to </a:t>
            </a:r>
            <a:r>
              <a:rPr lang="en-US" b="1"/>
              <a:t>waiting</a:t>
            </a:r>
            <a:r>
              <a:rPr lang="en-US"/>
              <a:t> if it requires an I/O operation.</a:t>
            </a:r>
          </a:p>
          <a:p>
            <a:pPr marL="465138" indent="-233363">
              <a:buFont typeface="Arial" panose="020B0604020202020204" pitchFamily="34" charset="0"/>
              <a:buChar char="•"/>
            </a:pPr>
            <a:r>
              <a:rPr lang="en-US" b="1"/>
              <a:t>I/O or Event Completion</a:t>
            </a:r>
            <a:r>
              <a:rPr lang="en-US"/>
              <a:t>: The process returns from </a:t>
            </a:r>
            <a:r>
              <a:rPr lang="en-US" b="1"/>
              <a:t>waiting</a:t>
            </a:r>
            <a:r>
              <a:rPr lang="en-US"/>
              <a:t> to </a:t>
            </a:r>
            <a:r>
              <a:rPr lang="en-US" b="1"/>
              <a:t>ready</a:t>
            </a:r>
            <a:r>
              <a:rPr lang="en-US"/>
              <a:t> when the I/O task is completed.</a:t>
            </a:r>
          </a:p>
          <a:p>
            <a:pPr marL="465138" indent="-233363">
              <a:buFont typeface="Arial" panose="020B0604020202020204" pitchFamily="34" charset="0"/>
              <a:buChar char="•"/>
            </a:pPr>
            <a:r>
              <a:rPr lang="en-US" b="1"/>
              <a:t>Exit</a:t>
            </a:r>
            <a:r>
              <a:rPr lang="en-US"/>
              <a:t>: A process moves from </a:t>
            </a:r>
            <a:r>
              <a:rPr lang="en-US" b="1"/>
              <a:t>running</a:t>
            </a:r>
            <a:r>
              <a:rPr lang="en-US"/>
              <a:t> to </a:t>
            </a:r>
            <a:r>
              <a:rPr lang="en-US" b="1"/>
              <a:t>terminated</a:t>
            </a:r>
            <a:r>
              <a:rPr lang="en-US"/>
              <a:t> once execution is complete.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989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B27E547-3870-7854-E0A1-EF85EB755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243" y="1157029"/>
            <a:ext cx="4364833" cy="4977794"/>
          </a:xfrm>
          <a:noFill/>
        </p:spPr>
        <p:txBody>
          <a:bodyPr anchor="ctr">
            <a:normAutofit/>
          </a:bodyPr>
          <a:lstStyle/>
          <a:p>
            <a:r>
              <a:rPr lang="en-US" sz="4800" dirty="0"/>
              <a:t>Why Use Threads?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9F9727-D5A0-CEC4-B564-C5551552E7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0556169"/>
              </p:ext>
            </p:extLst>
          </p:nvPr>
        </p:nvGraphicFramePr>
        <p:xfrm>
          <a:off x="4915947" y="866585"/>
          <a:ext cx="6253722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73424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039" name="Rectangle 1038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41" name="Rectangle 1040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Rectangle 1041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87496FD-9306-E59F-BE80-C3BA53847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What is Synchronization?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C46D8-060E-602E-687E-F9F8A3DB2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6"/>
            <a:ext cx="3702579" cy="352482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Synchronization ensures orderly access to shared resources.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Prevents </a:t>
            </a:r>
            <a:r>
              <a:rPr lang="en-US" sz="2000" b="1">
                <a:solidFill>
                  <a:srgbClr val="FFFFFF"/>
                </a:solidFill>
              </a:rPr>
              <a:t>race conditions</a:t>
            </a:r>
            <a:r>
              <a:rPr lang="en-US" sz="2000">
                <a:solidFill>
                  <a:srgbClr val="FFFFFF"/>
                </a:solidFill>
              </a:rPr>
              <a:t>, </a:t>
            </a:r>
            <a:r>
              <a:rPr lang="en-US" sz="2000" b="1">
                <a:solidFill>
                  <a:srgbClr val="FFFFFF"/>
                </a:solidFill>
              </a:rPr>
              <a:t>deadlocks</a:t>
            </a:r>
            <a:r>
              <a:rPr lang="en-US" sz="2000">
                <a:solidFill>
                  <a:srgbClr val="FFFFFF"/>
                </a:solidFill>
              </a:rPr>
              <a:t>, and </a:t>
            </a:r>
            <a:r>
              <a:rPr lang="en-US" sz="2000" b="1">
                <a:solidFill>
                  <a:srgbClr val="FFFFFF"/>
                </a:solidFill>
              </a:rPr>
              <a:t>inconsistent data states</a:t>
            </a:r>
            <a:r>
              <a:rPr lang="en-US" sz="2000">
                <a:solidFill>
                  <a:srgbClr val="FFFFFF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Common in </a:t>
            </a:r>
            <a:r>
              <a:rPr lang="en-US" sz="2000" b="1">
                <a:solidFill>
                  <a:srgbClr val="FFFFFF"/>
                </a:solidFill>
              </a:rPr>
              <a:t>multithreaded applications</a:t>
            </a:r>
            <a:r>
              <a:rPr lang="en-US" sz="2000">
                <a:solidFill>
                  <a:srgbClr val="FFFFFF"/>
                </a:solidFill>
              </a:rPr>
              <a:t> and </a:t>
            </a:r>
            <a:r>
              <a:rPr lang="en-US" sz="2000" b="1">
                <a:solidFill>
                  <a:srgbClr val="FFFFFF"/>
                </a:solidFill>
              </a:rPr>
              <a:t>parallel computing</a:t>
            </a:r>
            <a:r>
              <a:rPr lang="en-US" sz="2000">
                <a:solidFill>
                  <a:srgbClr val="FFFFFF"/>
                </a:solidFill>
              </a:rPr>
              <a:t>.</a:t>
            </a:r>
          </a:p>
          <a:p>
            <a:endParaRPr lang="en-US" sz="2000">
              <a:solidFill>
                <a:srgbClr val="FFFFFF"/>
              </a:solidFill>
            </a:endParaRPr>
          </a:p>
        </p:txBody>
      </p:sp>
      <p:pic>
        <p:nvPicPr>
          <p:cNvPr id="1026" name="Picture 2" descr="Uploaded image">
            <a:extLst>
              <a:ext uri="{FF2B5EF4-FFF2-40B4-BE49-F238E27FC236}">
                <a16:creationId xmlns:a16="http://schemas.microsoft.com/office/drawing/2014/main" id="{2D442C46-C1E0-0C0F-2C0F-B3CF3858D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24459" y="1568083"/>
            <a:ext cx="6967541" cy="4415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5413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84D6B9-7CC7-49DF-8A78-5E15F88FB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Data Races vs. Race Condition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7EF51-AFD9-E1E4-A821-8D6E83174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230" y="0"/>
            <a:ext cx="6749141" cy="6858000"/>
          </a:xfrm>
        </p:spPr>
        <p:txBody>
          <a:bodyPr anchor="ctr">
            <a:normAutofit/>
          </a:bodyPr>
          <a:lstStyle/>
          <a:p>
            <a:pPr algn="just">
              <a:buNone/>
            </a:pPr>
            <a:r>
              <a:rPr lang="en-US" sz="2400" b="1" dirty="0"/>
              <a:t>Data Races</a:t>
            </a:r>
            <a:r>
              <a:rPr lang="en-US" sz="2400" dirty="0"/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Occurs when two threads access a shared variable concurrently.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One thread reads while another writes at the same time.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Leads to unpredictable or inconsistent values in the variable.</a:t>
            </a:r>
          </a:p>
          <a:p>
            <a:pPr marL="0" indent="0" algn="just">
              <a:buNone/>
            </a:pPr>
            <a:endParaRPr lang="en-US" sz="2400" dirty="0"/>
          </a:p>
          <a:p>
            <a:pPr algn="just">
              <a:buNone/>
            </a:pPr>
            <a:r>
              <a:rPr lang="en-US" sz="2400" b="1" dirty="0"/>
              <a:t>Race Condition</a:t>
            </a:r>
            <a:r>
              <a:rPr lang="en-US" sz="2400" dirty="0"/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Happens when the outcome depends on the sequence/timing of threads.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Both threads read, modify, and write the variable without proper synchronization.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Can cause unexpected behaviors or incorrect results in a program.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96340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5" name="Group 2054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2056" name="Rectangle 2055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7" name="Rectangle 2056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058" name="Rectangle 2057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9" name="Rectangle 2058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C471F0B-5B89-8015-F828-1D44222AD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937" y="6718"/>
            <a:ext cx="3702580" cy="1154426"/>
          </a:xfrm>
        </p:spPr>
        <p:txBody>
          <a:bodyPr anchor="b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Race Conditions &amp; Deadlocks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FB145-63EC-806B-B6C9-A94F2396A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771" y="1503142"/>
            <a:ext cx="4557486" cy="5144401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</a:rPr>
              <a:t>Race Condition:</a:t>
            </a:r>
            <a:r>
              <a:rPr lang="en-US" dirty="0">
                <a:solidFill>
                  <a:srgbClr val="FFFFFF"/>
                </a:solidFill>
              </a:rPr>
              <a:t> Two or more threads access a shared variable simultaneously, leading to unpredictable results.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</a:rPr>
              <a:t>Deadlock:</a:t>
            </a:r>
            <a:r>
              <a:rPr lang="en-US" dirty="0">
                <a:solidFill>
                  <a:srgbClr val="FFFFFF"/>
                </a:solidFill>
              </a:rPr>
              <a:t> Two or more threads wait indefinitely for resources locked by the other.</a:t>
            </a:r>
          </a:p>
          <a:p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2050" name="Picture 2" descr="deadlock.html">
            <a:extLst>
              <a:ext uri="{FF2B5EF4-FFF2-40B4-BE49-F238E27FC236}">
                <a16:creationId xmlns:a16="http://schemas.microsoft.com/office/drawing/2014/main" id="{4DF4CA25-B90E-8834-8C9A-E704185D7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02345" y="1503142"/>
            <a:ext cx="6960268" cy="3780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9057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8E5282E4-CE9C-85CD-C443-1C99574805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73" r="40484" b="-446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3F5399-4F78-BC92-5168-5D1E3F095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15" y="1016000"/>
            <a:ext cx="5544456" cy="1959428"/>
          </a:xfrm>
        </p:spPr>
        <p:txBody>
          <a:bodyPr anchor="ctr">
            <a:normAutofit/>
          </a:bodyPr>
          <a:lstStyle/>
          <a:p>
            <a:r>
              <a:rPr lang="en-US" sz="3200" dirty="0"/>
              <a:t>Synchronization Mechanisms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EFC77-74E5-01F9-E570-1A581124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2285994"/>
            <a:ext cx="5544457" cy="4572005"/>
          </a:xfrm>
        </p:spPr>
        <p:txBody>
          <a:bodyPr anchor="ctr">
            <a:normAutofit/>
          </a:bodyPr>
          <a:lstStyle/>
          <a:p>
            <a:pPr algn="just">
              <a:buFont typeface="+mj-lt"/>
              <a:buAutoNum type="arabicPeriod"/>
            </a:pPr>
            <a:r>
              <a:rPr lang="en-US" sz="2000" b="1" dirty="0"/>
              <a:t>Mutexes (Mutual Exclusion):</a:t>
            </a:r>
            <a:r>
              <a:rPr lang="en-US" sz="2000" dirty="0"/>
              <a:t> Locking mechanism to ensure only one thread accesses a resource.</a:t>
            </a:r>
          </a:p>
          <a:p>
            <a:pPr algn="just">
              <a:buFont typeface="+mj-lt"/>
              <a:buAutoNum type="arabicPeriod"/>
            </a:pPr>
            <a:r>
              <a:rPr lang="en-US" sz="2000" b="1" dirty="0"/>
              <a:t>Semaphores:</a:t>
            </a:r>
            <a:r>
              <a:rPr lang="en-US" sz="2000" dirty="0"/>
              <a:t> Signaling mechanism for limited resource access.</a:t>
            </a:r>
          </a:p>
          <a:p>
            <a:pPr algn="just">
              <a:buFont typeface="+mj-lt"/>
              <a:buAutoNum type="arabicPeriod"/>
            </a:pPr>
            <a:r>
              <a:rPr lang="en-US" sz="2000" b="1" dirty="0"/>
              <a:t>Monitors:</a:t>
            </a:r>
            <a:r>
              <a:rPr lang="en-US" sz="2000" dirty="0"/>
              <a:t> High-level synchronization that encapsulates shared resources.</a:t>
            </a:r>
          </a:p>
          <a:p>
            <a:pPr algn="just">
              <a:buFont typeface="+mj-lt"/>
              <a:buAutoNum type="arabicPeriod"/>
            </a:pPr>
            <a:r>
              <a:rPr lang="en-US" sz="2000" b="1" dirty="0"/>
              <a:t>Atomic Variables:</a:t>
            </a:r>
            <a:r>
              <a:rPr lang="en-US" sz="2000" dirty="0"/>
              <a:t> Prevents partial updates to shared data.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91811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16017-131F-2D59-9892-86500A839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Synchronization in 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C8C62A-FE03-EB86-F365-06573E5899CD}"/>
              </a:ext>
            </a:extLst>
          </p:cNvPr>
          <p:cNvSpPr txBox="1"/>
          <p:nvPr/>
        </p:nvSpPr>
        <p:spPr>
          <a:xfrm>
            <a:off x="838200" y="1690688"/>
            <a:ext cx="7899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threading</a:t>
            </a:r>
          </a:p>
          <a:p>
            <a:pPr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lock = 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threading.Lock</a:t>
            </a:r>
            <a:r>
              <a:rPr lang="en-US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r>
              <a:rPr lang="en-US" sz="2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400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critical_section</a:t>
            </a:r>
            <a:r>
              <a:rPr lang="en-US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():</a:t>
            </a:r>
          </a:p>
          <a:p>
            <a:pPr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24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with</a:t>
            </a:r>
            <a:r>
              <a:rPr lang="en-US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lock:</a:t>
            </a:r>
          </a:p>
          <a:p>
            <a:pPr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sz="2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Critical section code</a:t>
            </a:r>
            <a:endParaRPr lang="en-US" sz="2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sz="24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"Thread is running safely"</a:t>
            </a:r>
            <a:r>
              <a:rPr lang="en-US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thread = 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threading.Thread</a:t>
            </a:r>
            <a:r>
              <a:rPr lang="en-US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(target=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critical_section</a:t>
            </a:r>
            <a:r>
              <a:rPr lang="en-US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thread.start</a:t>
            </a:r>
            <a:r>
              <a:rPr lang="en-US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r>
              <a:rPr lang="en-US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thread.join</a:t>
            </a:r>
            <a:r>
              <a:rPr lang="en-US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107711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/>
              <a:t>1. Importing the Threading Module</a:t>
            </a:r>
          </a:p>
        </p:txBody>
      </p:sp>
      <p:pic>
        <p:nvPicPr>
          <p:cNvPr id="17" name="Picture 16" descr="Electronics protoboard">
            <a:extLst>
              <a:ext uri="{FF2B5EF4-FFF2-40B4-BE49-F238E27FC236}">
                <a16:creationId xmlns:a16="http://schemas.microsoft.com/office/drawing/2014/main" id="{798310DF-3475-5051-CD01-A92924CA8A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29" r="41933" b="-1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pPr algn="just"/>
            <a:r>
              <a:rPr dirty="0"/>
              <a:t>The `threading` module provides tools for managing threads in Python.</a:t>
            </a:r>
          </a:p>
          <a:p>
            <a:pPr algn="just"/>
            <a:r>
              <a:rPr dirty="0"/>
              <a:t> Used to implement synchronization mechanisms like Locks and Semaphores.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Lock with a love heart">
            <a:extLst>
              <a:ext uri="{FF2B5EF4-FFF2-40B4-BE49-F238E27FC236}">
                <a16:creationId xmlns:a16="http://schemas.microsoft.com/office/drawing/2014/main" id="{E0BF4060-04E8-C9D2-8ECE-A6B6CFC550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087" r="27538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/>
              <a:t>2. Creating a 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pPr algn="just"/>
            <a:r>
              <a:rPr lang="en-US" dirty="0"/>
              <a:t>`lock = </a:t>
            </a:r>
            <a:r>
              <a:rPr lang="en-US" dirty="0" err="1"/>
              <a:t>threading.Lock</a:t>
            </a:r>
            <a:r>
              <a:rPr lang="en-US" dirty="0"/>
              <a:t>()` creates a Lock object.</a:t>
            </a:r>
          </a:p>
          <a:p>
            <a:pPr algn="just"/>
            <a:r>
              <a:rPr lang="en-US" dirty="0"/>
              <a:t> Prevents multiple threads from accessing shared resources simultaneously.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4000"/>
              <a:t>3. Defining the Critical Section</a:t>
            </a:r>
          </a:p>
        </p:txBody>
      </p:sp>
      <p:pic>
        <p:nvPicPr>
          <p:cNvPr id="6" name="Picture 5" descr="A blurry image of white circles&#10;&#10;AI-generated content may be incorrect.">
            <a:extLst>
              <a:ext uri="{FF2B5EF4-FFF2-40B4-BE49-F238E27FC236}">
                <a16:creationId xmlns:a16="http://schemas.microsoft.com/office/drawing/2014/main" id="{319B5636-DA7B-75D9-DC92-6DC0C854F1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97" r="33841" b="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24A508-73B1-CFA2-0488-855C2DCB4C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5941044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/>
              <a:t>4. Creating and Starting a Thread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2556DE-AC82-641B-8BEE-E98063E068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358064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5. Waiting for the Thread to Finish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D80326-9DEE-DF80-6203-4329501FBA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011049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/>
              <a:t>- Locks prevent race conditions by allowing only one thread to execute at a time.</a:t>
            </a:r>
          </a:p>
          <a:p>
            <a:pPr algn="just"/>
            <a:r>
              <a:rPr lang="en-US" sz="3600" dirty="0"/>
              <a:t>- `with lock:` ensures safe access to shared resources.</a:t>
            </a:r>
          </a:p>
          <a:p>
            <a:pPr algn="just"/>
            <a:r>
              <a:rPr lang="en-US" sz="3600" dirty="0"/>
              <a:t>- `</a:t>
            </a:r>
            <a:r>
              <a:rPr lang="en-US" sz="3600" dirty="0" err="1"/>
              <a:t>thread.start</a:t>
            </a:r>
            <a:r>
              <a:rPr lang="en-US" sz="3600" dirty="0"/>
              <a:t>()` runs the thread, and `</a:t>
            </a:r>
            <a:r>
              <a:rPr lang="en-US" sz="3600" dirty="0" err="1"/>
              <a:t>thread.join</a:t>
            </a:r>
            <a:r>
              <a:rPr lang="en-US" sz="3600" dirty="0"/>
              <a:t>()` waits for it to finish.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</TotalTime>
  <Words>1070</Words>
  <Application>Microsoft Office PowerPoint</Application>
  <PresentationFormat>Widescreen</PresentationFormat>
  <Paragraphs>111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Courier New</vt:lpstr>
      <vt:lpstr>Office Theme</vt:lpstr>
      <vt:lpstr>Parallel &amp; Distributed Systems  Lecture # 3 </vt:lpstr>
      <vt:lpstr>Introduction to Threads</vt:lpstr>
      <vt:lpstr>Single-threaded</vt:lpstr>
      <vt:lpstr>Multi-threaded processes</vt:lpstr>
      <vt:lpstr>Key Takeaways</vt:lpstr>
      <vt:lpstr>Types of Threads</vt:lpstr>
      <vt:lpstr>Thread Lifecycle</vt:lpstr>
      <vt:lpstr>Thread Lifecycle</vt:lpstr>
      <vt:lpstr> Thread Life Cycle</vt:lpstr>
      <vt:lpstr>Why Use Threads?</vt:lpstr>
      <vt:lpstr>What is Synchronization?</vt:lpstr>
      <vt:lpstr>Data Races vs. Race Condition</vt:lpstr>
      <vt:lpstr>Race Conditions &amp; Deadlocks</vt:lpstr>
      <vt:lpstr>Synchronization Mechanisms </vt:lpstr>
      <vt:lpstr>Implementing Synchronization in Python</vt:lpstr>
      <vt:lpstr>1. Importing the Threading Module</vt:lpstr>
      <vt:lpstr>2. Creating a Lock</vt:lpstr>
      <vt:lpstr>3. Defining the Critical Section</vt:lpstr>
      <vt:lpstr>4. Creating and Starting a Thread</vt:lpstr>
      <vt:lpstr>5. Waiting for the Thread to Finish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Akbar</dc:creator>
  <cp:lastModifiedBy>Ali Akbar</cp:lastModifiedBy>
  <cp:revision>1</cp:revision>
  <dcterms:created xsi:type="dcterms:W3CDTF">2025-03-10T12:37:15Z</dcterms:created>
  <dcterms:modified xsi:type="dcterms:W3CDTF">2025-03-10T15:40:39Z</dcterms:modified>
</cp:coreProperties>
</file>