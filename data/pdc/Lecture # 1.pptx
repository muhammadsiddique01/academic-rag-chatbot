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9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2E26E0-C031-46A4-B9D4-A7236C9464D5}" v="33" dt="2025-02-24T19:01:5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48" d="100"/>
          <a:sy n="48" d="100"/>
        </p:scale>
        <p:origin x="4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kbar" userId="7ad23ff2803fa24b" providerId="LiveId" clId="{FC2E26E0-C031-46A4-B9D4-A7236C9464D5}"/>
    <pc:docChg chg="undo custSel addSld delSld modSld">
      <pc:chgData name="Ali Akbar" userId="7ad23ff2803fa24b" providerId="LiveId" clId="{FC2E26E0-C031-46A4-B9D4-A7236C9464D5}" dt="2025-02-24T19:54:32.596" v="479" actId="27636"/>
      <pc:docMkLst>
        <pc:docMk/>
      </pc:docMkLst>
      <pc:sldChg chg="modSp mod">
        <pc:chgData name="Ali Akbar" userId="7ad23ff2803fa24b" providerId="LiveId" clId="{FC2E26E0-C031-46A4-B9D4-A7236C9464D5}" dt="2025-02-24T19:54:07.596" v="474" actId="14100"/>
        <pc:sldMkLst>
          <pc:docMk/>
          <pc:sldMk cId="1804599435" sldId="257"/>
        </pc:sldMkLst>
        <pc:spChg chg="mod">
          <ac:chgData name="Ali Akbar" userId="7ad23ff2803fa24b" providerId="LiveId" clId="{FC2E26E0-C031-46A4-B9D4-A7236C9464D5}" dt="2025-02-24T19:54:07.596" v="474" actId="14100"/>
          <ac:spMkLst>
            <pc:docMk/>
            <pc:sldMk cId="1804599435" sldId="257"/>
            <ac:spMk id="3" creationId="{F5BC9737-3D26-77C9-838A-D4814734408C}"/>
          </ac:spMkLst>
        </pc:spChg>
      </pc:sldChg>
      <pc:sldChg chg="addSp delSp modSp new mod setBg">
        <pc:chgData name="Ali Akbar" userId="7ad23ff2803fa24b" providerId="LiveId" clId="{FC2E26E0-C031-46A4-B9D4-A7236C9464D5}" dt="2025-02-24T19:54:20.249" v="477" actId="14100"/>
        <pc:sldMkLst>
          <pc:docMk/>
          <pc:sldMk cId="900705140" sldId="259"/>
        </pc:sldMkLst>
        <pc:spChg chg="mod">
          <ac:chgData name="Ali Akbar" userId="7ad23ff2803fa24b" providerId="LiveId" clId="{FC2E26E0-C031-46A4-B9D4-A7236C9464D5}" dt="2025-02-20T04:33:34.900" v="36" actId="404"/>
          <ac:spMkLst>
            <pc:docMk/>
            <pc:sldMk cId="900705140" sldId="259"/>
            <ac:spMk id="2" creationId="{1FCF683F-B80B-9567-3AEC-70E8DDB3938A}"/>
          </ac:spMkLst>
        </pc:spChg>
        <pc:spChg chg="mod">
          <ac:chgData name="Ali Akbar" userId="7ad23ff2803fa24b" providerId="LiveId" clId="{FC2E26E0-C031-46A4-B9D4-A7236C9464D5}" dt="2025-02-24T19:54:20.249" v="477" actId="14100"/>
          <ac:spMkLst>
            <pc:docMk/>
            <pc:sldMk cId="900705140" sldId="259"/>
            <ac:spMk id="3" creationId="{E60A6897-0DFE-27B9-2717-7B9630D80A24}"/>
          </ac:spMkLst>
        </pc:spChg>
        <pc:spChg chg="add">
          <ac:chgData name="Ali Akbar" userId="7ad23ff2803fa24b" providerId="LiveId" clId="{FC2E26E0-C031-46A4-B9D4-A7236C9464D5}" dt="2025-02-20T04:30:46.904" v="5" actId="26606"/>
          <ac:spMkLst>
            <pc:docMk/>
            <pc:sldMk cId="900705140" sldId="259"/>
            <ac:spMk id="8" creationId="{4FCA88C2-C73C-4062-A097-8FBCE3090BEA}"/>
          </ac:spMkLst>
        </pc:spChg>
        <pc:spChg chg="add">
          <ac:chgData name="Ali Akbar" userId="7ad23ff2803fa24b" providerId="LiveId" clId="{FC2E26E0-C031-46A4-B9D4-A7236C9464D5}" dt="2025-02-20T04:30:46.904" v="5" actId="26606"/>
          <ac:spMkLst>
            <pc:docMk/>
            <pc:sldMk cId="900705140" sldId="259"/>
            <ac:spMk id="10" creationId="{83981C21-E132-4402-B31B-D725C1CE77D2}"/>
          </ac:spMkLst>
        </pc:spChg>
        <pc:spChg chg="add">
          <ac:chgData name="Ali Akbar" userId="7ad23ff2803fa24b" providerId="LiveId" clId="{FC2E26E0-C031-46A4-B9D4-A7236C9464D5}" dt="2025-02-20T04:30:46.904" v="5" actId="26606"/>
          <ac:spMkLst>
            <pc:docMk/>
            <pc:sldMk cId="900705140" sldId="259"/>
            <ac:spMk id="12" creationId="{6A685C77-4E84-486A-9AE5-F3635BE98EFB}"/>
          </ac:spMkLst>
        </pc:spChg>
        <pc:spChg chg="add">
          <ac:chgData name="Ali Akbar" userId="7ad23ff2803fa24b" providerId="LiveId" clId="{FC2E26E0-C031-46A4-B9D4-A7236C9464D5}" dt="2025-02-20T04:30:46.904" v="5" actId="26606"/>
          <ac:spMkLst>
            <pc:docMk/>
            <pc:sldMk cId="900705140" sldId="259"/>
            <ac:spMk id="14" creationId="{E55C1C3E-5158-47F3-8FD9-14B22C3E6EAD}"/>
          </ac:spMkLst>
        </pc:spChg>
      </pc:sldChg>
      <pc:sldChg chg="addSp delSp modSp new mod setBg">
        <pc:chgData name="Ali Akbar" userId="7ad23ff2803fa24b" providerId="LiveId" clId="{FC2E26E0-C031-46A4-B9D4-A7236C9464D5}" dt="2025-02-20T04:35:08.121" v="51" actId="12385"/>
        <pc:sldMkLst>
          <pc:docMk/>
          <pc:sldMk cId="2673217487" sldId="260"/>
        </pc:sldMkLst>
        <pc:spChg chg="mod">
          <ac:chgData name="Ali Akbar" userId="7ad23ff2803fa24b" providerId="LiveId" clId="{FC2E26E0-C031-46A4-B9D4-A7236C9464D5}" dt="2025-02-20T04:34:18.479" v="45" actId="20577"/>
          <ac:spMkLst>
            <pc:docMk/>
            <pc:sldMk cId="2673217487" sldId="260"/>
            <ac:spMk id="2" creationId="{978E0175-3C5C-61D8-7129-6F5F2CF950B8}"/>
          </ac:spMkLst>
        </pc:spChg>
        <pc:spChg chg="add">
          <ac:chgData name="Ali Akbar" userId="7ad23ff2803fa24b" providerId="LiveId" clId="{FC2E26E0-C031-46A4-B9D4-A7236C9464D5}" dt="2025-02-20T04:34:07.733" v="43" actId="26606"/>
          <ac:spMkLst>
            <pc:docMk/>
            <pc:sldMk cId="2673217487" sldId="260"/>
            <ac:spMk id="21" creationId="{3FD711E9-7F79-40A9-8D9E-4AE293C154A5}"/>
          </ac:spMkLst>
        </pc:spChg>
        <pc:graphicFrameChg chg="add mod modGraphic">
          <ac:chgData name="Ali Akbar" userId="7ad23ff2803fa24b" providerId="LiveId" clId="{FC2E26E0-C031-46A4-B9D4-A7236C9464D5}" dt="2025-02-20T04:35:08.121" v="51" actId="12385"/>
          <ac:graphicFrameMkLst>
            <pc:docMk/>
            <pc:sldMk cId="2673217487" sldId="260"/>
            <ac:graphicFrameMk id="22" creationId="{BA36DBD5-DEEF-F236-589B-F8132FBCE459}"/>
          </ac:graphicFrameMkLst>
        </pc:graphicFrameChg>
      </pc:sldChg>
      <pc:sldChg chg="addSp delSp modSp add mod setBg">
        <pc:chgData name="Ali Akbar" userId="7ad23ff2803fa24b" providerId="LiveId" clId="{FC2E26E0-C031-46A4-B9D4-A7236C9464D5}" dt="2025-02-24T19:54:32.596" v="479" actId="27636"/>
        <pc:sldMkLst>
          <pc:docMk/>
          <pc:sldMk cId="374101012" sldId="261"/>
        </pc:sldMkLst>
        <pc:spChg chg="mod">
          <ac:chgData name="Ali Akbar" userId="7ad23ff2803fa24b" providerId="LiveId" clId="{FC2E26E0-C031-46A4-B9D4-A7236C9464D5}" dt="2025-02-20T04:40:23.769" v="115" actId="1076"/>
          <ac:spMkLst>
            <pc:docMk/>
            <pc:sldMk cId="374101012" sldId="261"/>
            <ac:spMk id="2" creationId="{56E10434-A8BF-0ACC-D3A0-94407B7A08F8}"/>
          </ac:spMkLst>
        </pc:spChg>
        <pc:spChg chg="mod">
          <ac:chgData name="Ali Akbar" userId="7ad23ff2803fa24b" providerId="LiveId" clId="{FC2E26E0-C031-46A4-B9D4-A7236C9464D5}" dt="2025-02-24T19:54:32.596" v="479" actId="27636"/>
          <ac:spMkLst>
            <pc:docMk/>
            <pc:sldMk cId="374101012" sldId="261"/>
            <ac:spMk id="3" creationId="{633D9F23-F7EC-B58A-4801-B3D03A3D3078}"/>
          </ac:spMkLst>
        </pc:spChg>
      </pc:sldChg>
      <pc:sldChg chg="addSp delSp modSp add mod setBg">
        <pc:chgData name="Ali Akbar" userId="7ad23ff2803fa24b" providerId="LiveId" clId="{FC2E26E0-C031-46A4-B9D4-A7236C9464D5}" dt="2025-02-24T18:18:08.780" v="160" actId="14100"/>
        <pc:sldMkLst>
          <pc:docMk/>
          <pc:sldMk cId="2622651579" sldId="262"/>
        </pc:sldMkLst>
        <pc:spChg chg="mod">
          <ac:chgData name="Ali Akbar" userId="7ad23ff2803fa24b" providerId="LiveId" clId="{FC2E26E0-C031-46A4-B9D4-A7236C9464D5}" dt="2025-02-24T18:17:32.145" v="153" actId="26606"/>
          <ac:spMkLst>
            <pc:docMk/>
            <pc:sldMk cId="2622651579" sldId="262"/>
            <ac:spMk id="2" creationId="{C388E7CD-D310-2C66-DADF-30F4AD35507F}"/>
          </ac:spMkLst>
        </pc:spChg>
        <pc:spChg chg="mod">
          <ac:chgData name="Ali Akbar" userId="7ad23ff2803fa24b" providerId="LiveId" clId="{FC2E26E0-C031-46A4-B9D4-A7236C9464D5}" dt="2025-02-24T18:18:08.780" v="160" actId="14100"/>
          <ac:spMkLst>
            <pc:docMk/>
            <pc:sldMk cId="2622651579" sldId="262"/>
            <ac:spMk id="3" creationId="{D9A560C5-F412-B6BF-FD1E-68FA1AA0A3F7}"/>
          </ac:spMkLst>
        </pc:spChg>
        <pc:spChg chg="add">
          <ac:chgData name="Ali Akbar" userId="7ad23ff2803fa24b" providerId="LiveId" clId="{FC2E26E0-C031-46A4-B9D4-A7236C9464D5}" dt="2025-02-24T18:15:02.760" v="122"/>
          <ac:spMkLst>
            <pc:docMk/>
            <pc:sldMk cId="2622651579" sldId="262"/>
            <ac:spMk id="4" creationId="{EA67E713-280D-DDA1-37C2-A5905A8FA8D7}"/>
          </ac:spMkLst>
        </pc:spChg>
        <pc:spChg chg="add">
          <ac:chgData name="Ali Akbar" userId="7ad23ff2803fa24b" providerId="LiveId" clId="{FC2E26E0-C031-46A4-B9D4-A7236C9464D5}" dt="2025-02-24T18:15:02.760" v="122"/>
          <ac:spMkLst>
            <pc:docMk/>
            <pc:sldMk cId="2622651579" sldId="262"/>
            <ac:spMk id="5" creationId="{45CCC10B-6746-4A67-403E-9C250E7DF941}"/>
          </ac:spMkLst>
        </pc:spChg>
        <pc:spChg chg="add">
          <ac:chgData name="Ali Akbar" userId="7ad23ff2803fa24b" providerId="LiveId" clId="{FC2E26E0-C031-46A4-B9D4-A7236C9464D5}" dt="2025-02-24T18:15:02.760" v="122"/>
          <ac:spMkLst>
            <pc:docMk/>
            <pc:sldMk cId="2622651579" sldId="262"/>
            <ac:spMk id="6" creationId="{A08DE1DE-C8BA-1D7F-7592-62A97A86B833}"/>
          </ac:spMkLst>
        </pc:spChg>
        <pc:spChg chg="add">
          <ac:chgData name="Ali Akbar" userId="7ad23ff2803fa24b" providerId="LiveId" clId="{FC2E26E0-C031-46A4-B9D4-A7236C9464D5}" dt="2025-02-24T18:15:02.760" v="122"/>
          <ac:spMkLst>
            <pc:docMk/>
            <pc:sldMk cId="2622651579" sldId="262"/>
            <ac:spMk id="7" creationId="{11472C23-065C-8904-4492-BDB83EDFE6D1}"/>
          </ac:spMkLst>
        </pc:spChg>
        <pc:spChg chg="add">
          <ac:chgData name="Ali Akbar" userId="7ad23ff2803fa24b" providerId="LiveId" clId="{FC2E26E0-C031-46A4-B9D4-A7236C9464D5}" dt="2025-02-24T18:15:02.760" v="122"/>
          <ac:spMkLst>
            <pc:docMk/>
            <pc:sldMk cId="2622651579" sldId="262"/>
            <ac:spMk id="8" creationId="{DCDC2A05-F8D1-2C98-ADFE-12C3A9AAA93E}"/>
          </ac:spMkLst>
        </pc:spChg>
        <pc:spChg chg="add">
          <ac:chgData name="Ali Akbar" userId="7ad23ff2803fa24b" providerId="LiveId" clId="{FC2E26E0-C031-46A4-B9D4-A7236C9464D5}" dt="2025-02-24T18:15:02.760" v="122"/>
          <ac:spMkLst>
            <pc:docMk/>
            <pc:sldMk cId="2622651579" sldId="262"/>
            <ac:spMk id="9" creationId="{46A02A54-CEE2-EE16-C698-8DACE75D0287}"/>
          </ac:spMkLst>
        </pc:spChg>
        <pc:spChg chg="add">
          <ac:chgData name="Ali Akbar" userId="7ad23ff2803fa24b" providerId="LiveId" clId="{FC2E26E0-C031-46A4-B9D4-A7236C9464D5}" dt="2025-02-24T18:15:02.760" v="122"/>
          <ac:spMkLst>
            <pc:docMk/>
            <pc:sldMk cId="2622651579" sldId="262"/>
            <ac:spMk id="10" creationId="{73D4CA70-E437-7E3B-15FC-4A361106EA43}"/>
          </ac:spMkLst>
        </pc:spChg>
        <pc:spChg chg="add">
          <ac:chgData name="Ali Akbar" userId="7ad23ff2803fa24b" providerId="LiveId" clId="{FC2E26E0-C031-46A4-B9D4-A7236C9464D5}" dt="2025-02-24T18:15:02.760" v="122"/>
          <ac:spMkLst>
            <pc:docMk/>
            <pc:sldMk cId="2622651579" sldId="262"/>
            <ac:spMk id="11" creationId="{DBF0BB9D-779D-4F6F-F408-83B54CC686F8}"/>
          </ac:spMkLst>
        </pc:spChg>
        <pc:spChg chg="add">
          <ac:chgData name="Ali Akbar" userId="7ad23ff2803fa24b" providerId="LiveId" clId="{FC2E26E0-C031-46A4-B9D4-A7236C9464D5}" dt="2025-02-24T18:15:02.760" v="122"/>
          <ac:spMkLst>
            <pc:docMk/>
            <pc:sldMk cId="2622651579" sldId="262"/>
            <ac:spMk id="12" creationId="{213292CA-0820-64C8-88B4-9874A6C93BE2}"/>
          </ac:spMkLst>
        </pc:spChg>
        <pc:spChg chg="add del">
          <ac:chgData name="Ali Akbar" userId="7ad23ff2803fa24b" providerId="LiveId" clId="{FC2E26E0-C031-46A4-B9D4-A7236C9464D5}" dt="2025-02-24T18:17:26.278" v="148" actId="26606"/>
          <ac:spMkLst>
            <pc:docMk/>
            <pc:sldMk cId="2622651579" sldId="262"/>
            <ac:spMk id="14" creationId="{3964958D-AF5D-4863-B5FB-83F6B8CB12A0}"/>
          </ac:spMkLst>
        </pc:spChg>
        <pc:spChg chg="add del">
          <ac:chgData name="Ali Akbar" userId="7ad23ff2803fa24b" providerId="LiveId" clId="{FC2E26E0-C031-46A4-B9D4-A7236C9464D5}" dt="2025-02-24T18:17:29.689" v="150" actId="26606"/>
          <ac:spMkLst>
            <pc:docMk/>
            <pc:sldMk cId="2622651579" sldId="262"/>
            <ac:spMk id="18" creationId="{04E48745-7512-4EC2-9E20-9092D12150CA}"/>
          </ac:spMkLst>
        </pc:spChg>
        <pc:spChg chg="add del">
          <ac:chgData name="Ali Akbar" userId="7ad23ff2803fa24b" providerId="LiveId" clId="{FC2E26E0-C031-46A4-B9D4-A7236C9464D5}" dt="2025-02-24T18:17:29.689" v="150" actId="26606"/>
          <ac:spMkLst>
            <pc:docMk/>
            <pc:sldMk cId="2622651579" sldId="262"/>
            <ac:spMk id="19" creationId="{E009DD9B-5EE2-4C0D-8B2B-351C8C102205}"/>
          </ac:spMkLst>
        </pc:spChg>
        <pc:spChg chg="add del">
          <ac:chgData name="Ali Akbar" userId="7ad23ff2803fa24b" providerId="LiveId" clId="{FC2E26E0-C031-46A4-B9D4-A7236C9464D5}" dt="2025-02-24T18:17:29.689" v="150" actId="26606"/>
          <ac:spMkLst>
            <pc:docMk/>
            <pc:sldMk cId="2622651579" sldId="262"/>
            <ac:spMk id="20" creationId="{E720DB99-7745-4E75-9D96-AAB6D55C531E}"/>
          </ac:spMkLst>
        </pc:spChg>
        <pc:spChg chg="add del">
          <ac:chgData name="Ali Akbar" userId="7ad23ff2803fa24b" providerId="LiveId" clId="{FC2E26E0-C031-46A4-B9D4-A7236C9464D5}" dt="2025-02-24T18:17:29.689" v="150" actId="26606"/>
          <ac:spMkLst>
            <pc:docMk/>
            <pc:sldMk cId="2622651579" sldId="262"/>
            <ac:spMk id="21" creationId="{D68803C4-E159-4360-B7BB-74205C8F782D}"/>
          </ac:spMkLst>
        </pc:spChg>
        <pc:spChg chg="add del">
          <ac:chgData name="Ali Akbar" userId="7ad23ff2803fa24b" providerId="LiveId" clId="{FC2E26E0-C031-46A4-B9D4-A7236C9464D5}" dt="2025-02-24T18:17:29.689" v="150" actId="26606"/>
          <ac:spMkLst>
            <pc:docMk/>
            <pc:sldMk cId="2622651579" sldId="262"/>
            <ac:spMk id="22" creationId="{504B0465-3B07-49BF-BEA7-D81476246293}"/>
          </ac:spMkLst>
        </pc:spChg>
        <pc:spChg chg="add del">
          <ac:chgData name="Ali Akbar" userId="7ad23ff2803fa24b" providerId="LiveId" clId="{FC2E26E0-C031-46A4-B9D4-A7236C9464D5}" dt="2025-02-24T18:17:29.689" v="150" actId="26606"/>
          <ac:spMkLst>
            <pc:docMk/>
            <pc:sldMk cId="2622651579" sldId="262"/>
            <ac:spMk id="23" creationId="{49B7FFA5-14CB-4A4F-9BCC-CA3AA5D9D276}"/>
          </ac:spMkLst>
        </pc:spChg>
        <pc:spChg chg="add del">
          <ac:chgData name="Ali Akbar" userId="7ad23ff2803fa24b" providerId="LiveId" clId="{FC2E26E0-C031-46A4-B9D4-A7236C9464D5}" dt="2025-02-24T18:17:32.111" v="152" actId="26606"/>
          <ac:spMkLst>
            <pc:docMk/>
            <pc:sldMk cId="2622651579" sldId="262"/>
            <ac:spMk id="25" creationId="{362E11DD-B54B-4751-9C17-39DAF9EF46E7}"/>
          </ac:spMkLst>
        </pc:spChg>
        <pc:spChg chg="add">
          <ac:chgData name="Ali Akbar" userId="7ad23ff2803fa24b" providerId="LiveId" clId="{FC2E26E0-C031-46A4-B9D4-A7236C9464D5}" dt="2025-02-24T18:17:32.145" v="153" actId="26606"/>
          <ac:spMkLst>
            <pc:docMk/>
            <pc:sldMk cId="2622651579" sldId="262"/>
            <ac:spMk id="30" creationId="{3C06EAFD-0C69-4B3B-BEA7-E7E11DDF9C43}"/>
          </ac:spMkLst>
        </pc:spChg>
        <pc:spChg chg="add">
          <ac:chgData name="Ali Akbar" userId="7ad23ff2803fa24b" providerId="LiveId" clId="{FC2E26E0-C031-46A4-B9D4-A7236C9464D5}" dt="2025-02-24T18:17:32.145" v="153" actId="26606"/>
          <ac:spMkLst>
            <pc:docMk/>
            <pc:sldMk cId="2622651579" sldId="262"/>
            <ac:spMk id="31" creationId="{A4066C89-42FB-4624-9AFE-3A31B36491B5}"/>
          </ac:spMkLst>
        </pc:spChg>
        <pc:spChg chg="add">
          <ac:chgData name="Ali Akbar" userId="7ad23ff2803fa24b" providerId="LiveId" clId="{FC2E26E0-C031-46A4-B9D4-A7236C9464D5}" dt="2025-02-24T18:17:32.145" v="153" actId="26606"/>
          <ac:spMkLst>
            <pc:docMk/>
            <pc:sldMk cId="2622651579" sldId="262"/>
            <ac:spMk id="32" creationId="{BA218FBC-B2D6-48CA-9289-C4110162EDAD}"/>
          </ac:spMkLst>
        </pc:spChg>
        <pc:spChg chg="add">
          <ac:chgData name="Ali Akbar" userId="7ad23ff2803fa24b" providerId="LiveId" clId="{FC2E26E0-C031-46A4-B9D4-A7236C9464D5}" dt="2025-02-24T18:17:32.145" v="153" actId="26606"/>
          <ac:spMkLst>
            <pc:docMk/>
            <pc:sldMk cId="2622651579" sldId="262"/>
            <ac:spMk id="33" creationId="{2DED9084-49DA-4911-ACB7-5F9E4DEFA039}"/>
          </ac:spMkLst>
        </pc:spChg>
        <pc:grpChg chg="add del">
          <ac:chgData name="Ali Akbar" userId="7ad23ff2803fa24b" providerId="LiveId" clId="{FC2E26E0-C031-46A4-B9D4-A7236C9464D5}" dt="2025-02-24T18:17:26.278" v="148" actId="26606"/>
          <ac:grpSpMkLst>
            <pc:docMk/>
            <pc:sldMk cId="2622651579" sldId="262"/>
            <ac:grpSpMk id="16" creationId="{11002ACD-3B0C-4885-8754-8A00E926FE4B}"/>
          </ac:grpSpMkLst>
        </pc:grpChg>
        <pc:grpChg chg="add del">
          <ac:chgData name="Ali Akbar" userId="7ad23ff2803fa24b" providerId="LiveId" clId="{FC2E26E0-C031-46A4-B9D4-A7236C9464D5}" dt="2025-02-24T18:17:32.111" v="152" actId="26606"/>
          <ac:grpSpMkLst>
            <pc:docMk/>
            <pc:sldMk cId="2622651579" sldId="262"/>
            <ac:grpSpMk id="27" creationId="{B55DE4E1-F219-45A4-96D9-9A86D0E4DBD2}"/>
          </ac:grpSpMkLst>
        </pc:grpChg>
        <pc:picChg chg="add del">
          <ac:chgData name="Ali Akbar" userId="7ad23ff2803fa24b" providerId="LiveId" clId="{FC2E26E0-C031-46A4-B9D4-A7236C9464D5}" dt="2025-02-24T18:17:26.278" v="148" actId="26606"/>
          <ac:picMkLst>
            <pc:docMk/>
            <pc:sldMk cId="2622651579" sldId="262"/>
            <ac:picMk id="15" creationId="{B20D5B7A-09E9-1D74-BF25-4A557226D682}"/>
          </ac:picMkLst>
        </pc:picChg>
        <pc:picChg chg="add del">
          <ac:chgData name="Ali Akbar" userId="7ad23ff2803fa24b" providerId="LiveId" clId="{FC2E26E0-C031-46A4-B9D4-A7236C9464D5}" dt="2025-02-24T18:17:32.111" v="152" actId="26606"/>
          <ac:picMkLst>
            <pc:docMk/>
            <pc:sldMk cId="2622651579" sldId="262"/>
            <ac:picMk id="26" creationId="{E063B382-9753-C0F3-FCAA-BD7851635B0B}"/>
          </ac:picMkLst>
        </pc:picChg>
      </pc:sldChg>
      <pc:sldChg chg="addSp delSp modSp new mod setBg">
        <pc:chgData name="Ali Akbar" userId="7ad23ff2803fa24b" providerId="LiveId" clId="{FC2E26E0-C031-46A4-B9D4-A7236C9464D5}" dt="2025-02-24T18:19:06.031" v="171" actId="14100"/>
        <pc:sldMkLst>
          <pc:docMk/>
          <pc:sldMk cId="1702969847" sldId="263"/>
        </pc:sldMkLst>
        <pc:spChg chg="del">
          <ac:chgData name="Ali Akbar" userId="7ad23ff2803fa24b" providerId="LiveId" clId="{FC2E26E0-C031-46A4-B9D4-A7236C9464D5}" dt="2025-02-24T18:16:22.832" v="136"/>
          <ac:spMkLst>
            <pc:docMk/>
            <pc:sldMk cId="1702969847" sldId="263"/>
            <ac:spMk id="2" creationId="{33B38599-8542-247F-8006-ACA6D4253701}"/>
          </ac:spMkLst>
        </pc:spChg>
        <pc:spChg chg="mod ord">
          <ac:chgData name="Ali Akbar" userId="7ad23ff2803fa24b" providerId="LiveId" clId="{FC2E26E0-C031-46A4-B9D4-A7236C9464D5}" dt="2025-02-24T18:19:06.031" v="171" actId="14100"/>
          <ac:spMkLst>
            <pc:docMk/>
            <pc:sldMk cId="1702969847" sldId="263"/>
            <ac:spMk id="3" creationId="{53BD2E64-9D33-73E2-3518-6B7351F9FEA3}"/>
          </ac:spMkLst>
        </pc:spChg>
        <pc:spChg chg="add mod">
          <ac:chgData name="Ali Akbar" userId="7ad23ff2803fa24b" providerId="LiveId" clId="{FC2E26E0-C031-46A4-B9D4-A7236C9464D5}" dt="2025-02-24T18:18:18.645" v="161" actId="26606"/>
          <ac:spMkLst>
            <pc:docMk/>
            <pc:sldMk cId="1702969847" sldId="263"/>
            <ac:spMk id="4" creationId="{524391A2-C006-B417-3CB1-34120DC7D860}"/>
          </ac:spMkLst>
        </pc:spChg>
        <pc:spChg chg="add">
          <ac:chgData name="Ali Akbar" userId="7ad23ff2803fa24b" providerId="LiveId" clId="{FC2E26E0-C031-46A4-B9D4-A7236C9464D5}" dt="2025-02-24T18:18:18.645" v="161" actId="26606"/>
          <ac:spMkLst>
            <pc:docMk/>
            <pc:sldMk cId="1702969847" sldId="263"/>
            <ac:spMk id="9" creationId="{9FB3768C-1D21-400E-B059-EFF86063F588}"/>
          </ac:spMkLst>
        </pc:spChg>
        <pc:spChg chg="add">
          <ac:chgData name="Ali Akbar" userId="7ad23ff2803fa24b" providerId="LiveId" clId="{FC2E26E0-C031-46A4-B9D4-A7236C9464D5}" dt="2025-02-24T18:18:18.645" v="161" actId="26606"/>
          <ac:spMkLst>
            <pc:docMk/>
            <pc:sldMk cId="1702969847" sldId="263"/>
            <ac:spMk id="11" creationId="{4D87BCA1-45E6-44B3-B3DA-1F4144DE67CD}"/>
          </ac:spMkLst>
        </pc:spChg>
        <pc:grpChg chg="add">
          <ac:chgData name="Ali Akbar" userId="7ad23ff2803fa24b" providerId="LiveId" clId="{FC2E26E0-C031-46A4-B9D4-A7236C9464D5}" dt="2025-02-24T18:18:18.645" v="161" actId="26606"/>
          <ac:grpSpMkLst>
            <pc:docMk/>
            <pc:sldMk cId="1702969847" sldId="263"/>
            <ac:grpSpMk id="13" creationId="{9AE62FDA-E44C-440D-A3D3-5C188720D498}"/>
          </ac:grpSpMkLst>
        </pc:grpChg>
      </pc:sldChg>
      <pc:sldChg chg="addSp modSp new mod setBg">
        <pc:chgData name="Ali Akbar" userId="7ad23ff2803fa24b" providerId="LiveId" clId="{FC2E26E0-C031-46A4-B9D4-A7236C9464D5}" dt="2025-02-24T18:28:04.996" v="265" actId="1036"/>
        <pc:sldMkLst>
          <pc:docMk/>
          <pc:sldMk cId="2051955931" sldId="264"/>
        </pc:sldMkLst>
        <pc:spChg chg="mod">
          <ac:chgData name="Ali Akbar" userId="7ad23ff2803fa24b" providerId="LiveId" clId="{FC2E26E0-C031-46A4-B9D4-A7236C9464D5}" dt="2025-02-24T18:27:30.252" v="254" actId="26606"/>
          <ac:spMkLst>
            <pc:docMk/>
            <pc:sldMk cId="2051955931" sldId="264"/>
            <ac:spMk id="2" creationId="{90460A3E-5679-E3FA-A41D-B1C2227356DB}"/>
          </ac:spMkLst>
        </pc:spChg>
        <pc:spChg chg="mod">
          <ac:chgData name="Ali Akbar" userId="7ad23ff2803fa24b" providerId="LiveId" clId="{FC2E26E0-C031-46A4-B9D4-A7236C9464D5}" dt="2025-02-24T18:28:04.996" v="265" actId="1036"/>
          <ac:spMkLst>
            <pc:docMk/>
            <pc:sldMk cId="2051955931" sldId="264"/>
            <ac:spMk id="3" creationId="{4539868C-B68D-6CAB-4B6B-5FD13149835E}"/>
          </ac:spMkLst>
        </pc:spChg>
        <pc:spChg chg="add">
          <ac:chgData name="Ali Akbar" userId="7ad23ff2803fa24b" providerId="LiveId" clId="{FC2E26E0-C031-46A4-B9D4-A7236C9464D5}" dt="2025-02-24T18:27:30.252" v="254" actId="26606"/>
          <ac:spMkLst>
            <pc:docMk/>
            <pc:sldMk cId="2051955931" sldId="264"/>
            <ac:spMk id="8" creationId="{3C06EAFD-0C69-4B3B-BEA7-E7E11DDF9C43}"/>
          </ac:spMkLst>
        </pc:spChg>
        <pc:spChg chg="add">
          <ac:chgData name="Ali Akbar" userId="7ad23ff2803fa24b" providerId="LiveId" clId="{FC2E26E0-C031-46A4-B9D4-A7236C9464D5}" dt="2025-02-24T18:27:30.252" v="254" actId="26606"/>
          <ac:spMkLst>
            <pc:docMk/>
            <pc:sldMk cId="2051955931" sldId="264"/>
            <ac:spMk id="10" creationId="{A4066C89-42FB-4624-9AFE-3A31B36491B5}"/>
          </ac:spMkLst>
        </pc:spChg>
        <pc:spChg chg="add">
          <ac:chgData name="Ali Akbar" userId="7ad23ff2803fa24b" providerId="LiveId" clId="{FC2E26E0-C031-46A4-B9D4-A7236C9464D5}" dt="2025-02-24T18:27:30.252" v="254" actId="26606"/>
          <ac:spMkLst>
            <pc:docMk/>
            <pc:sldMk cId="2051955931" sldId="264"/>
            <ac:spMk id="12" creationId="{BA218FBC-B2D6-48CA-9289-C4110162EDAD}"/>
          </ac:spMkLst>
        </pc:spChg>
        <pc:spChg chg="add">
          <ac:chgData name="Ali Akbar" userId="7ad23ff2803fa24b" providerId="LiveId" clId="{FC2E26E0-C031-46A4-B9D4-A7236C9464D5}" dt="2025-02-24T18:27:30.252" v="254" actId="26606"/>
          <ac:spMkLst>
            <pc:docMk/>
            <pc:sldMk cId="2051955931" sldId="264"/>
            <ac:spMk id="14" creationId="{2DED9084-49DA-4911-ACB7-5F9E4DEFA039}"/>
          </ac:spMkLst>
        </pc:spChg>
      </pc:sldChg>
      <pc:sldChg chg="addSp modSp add mod setBg">
        <pc:chgData name="Ali Akbar" userId="7ad23ff2803fa24b" providerId="LiveId" clId="{FC2E26E0-C031-46A4-B9D4-A7236C9464D5}" dt="2025-02-24T18:28:47.884" v="275" actId="403"/>
        <pc:sldMkLst>
          <pc:docMk/>
          <pc:sldMk cId="2421736283" sldId="265"/>
        </pc:sldMkLst>
        <pc:spChg chg="mod">
          <ac:chgData name="Ali Akbar" userId="7ad23ff2803fa24b" providerId="LiveId" clId="{FC2E26E0-C031-46A4-B9D4-A7236C9464D5}" dt="2025-02-24T18:28:16.069" v="266" actId="26606"/>
          <ac:spMkLst>
            <pc:docMk/>
            <pc:sldMk cId="2421736283" sldId="265"/>
            <ac:spMk id="2" creationId="{25669402-5043-A4AC-D58B-D231D919D55C}"/>
          </ac:spMkLst>
        </pc:spChg>
        <pc:spChg chg="mod">
          <ac:chgData name="Ali Akbar" userId="7ad23ff2803fa24b" providerId="LiveId" clId="{FC2E26E0-C031-46A4-B9D4-A7236C9464D5}" dt="2025-02-24T18:28:47.884" v="275" actId="403"/>
          <ac:spMkLst>
            <pc:docMk/>
            <pc:sldMk cId="2421736283" sldId="265"/>
            <ac:spMk id="3" creationId="{554C023B-7CD3-1F50-4C26-EFB47A86B7EE}"/>
          </ac:spMkLst>
        </pc:spChg>
        <pc:spChg chg="add">
          <ac:chgData name="Ali Akbar" userId="7ad23ff2803fa24b" providerId="LiveId" clId="{FC2E26E0-C031-46A4-B9D4-A7236C9464D5}" dt="2025-02-24T18:28:16.069" v="266" actId="26606"/>
          <ac:spMkLst>
            <pc:docMk/>
            <pc:sldMk cId="2421736283" sldId="265"/>
            <ac:spMk id="8" creationId="{9FB3768C-1D21-400E-B059-EFF86063F588}"/>
          </ac:spMkLst>
        </pc:spChg>
        <pc:spChg chg="add">
          <ac:chgData name="Ali Akbar" userId="7ad23ff2803fa24b" providerId="LiveId" clId="{FC2E26E0-C031-46A4-B9D4-A7236C9464D5}" dt="2025-02-24T18:28:16.069" v="266" actId="26606"/>
          <ac:spMkLst>
            <pc:docMk/>
            <pc:sldMk cId="2421736283" sldId="265"/>
            <ac:spMk id="10" creationId="{4D87BCA1-45E6-44B3-B3DA-1F4144DE67CD}"/>
          </ac:spMkLst>
        </pc:spChg>
        <pc:grpChg chg="add">
          <ac:chgData name="Ali Akbar" userId="7ad23ff2803fa24b" providerId="LiveId" clId="{FC2E26E0-C031-46A4-B9D4-A7236C9464D5}" dt="2025-02-24T18:28:16.069" v="266" actId="26606"/>
          <ac:grpSpMkLst>
            <pc:docMk/>
            <pc:sldMk cId="2421736283" sldId="265"/>
            <ac:grpSpMk id="12" creationId="{9AE62FDA-E44C-440D-A3D3-5C188720D498}"/>
          </ac:grpSpMkLst>
        </pc:grpChg>
      </pc:sldChg>
      <pc:sldChg chg="addSp delSp modSp new mod setBg">
        <pc:chgData name="Ali Akbar" userId="7ad23ff2803fa24b" providerId="LiveId" clId="{FC2E26E0-C031-46A4-B9D4-A7236C9464D5}" dt="2025-02-24T18:29:28.028" v="287" actId="1035"/>
        <pc:sldMkLst>
          <pc:docMk/>
          <pc:sldMk cId="277045264" sldId="266"/>
        </pc:sldMkLst>
        <pc:spChg chg="del mod">
          <ac:chgData name="Ali Akbar" userId="7ad23ff2803fa24b" providerId="LiveId" clId="{FC2E26E0-C031-46A4-B9D4-A7236C9464D5}" dt="2025-02-24T18:24:28.097" v="237" actId="478"/>
          <ac:spMkLst>
            <pc:docMk/>
            <pc:sldMk cId="277045264" sldId="266"/>
            <ac:spMk id="2" creationId="{8F256A87-BB8E-AF81-B7C1-CB1783405228}"/>
          </ac:spMkLst>
        </pc:spChg>
        <pc:spChg chg="mod ord">
          <ac:chgData name="Ali Akbar" userId="7ad23ff2803fa24b" providerId="LiveId" clId="{FC2E26E0-C031-46A4-B9D4-A7236C9464D5}" dt="2025-02-24T18:29:28.028" v="287" actId="1035"/>
          <ac:spMkLst>
            <pc:docMk/>
            <pc:sldMk cId="277045264" sldId="266"/>
            <ac:spMk id="3" creationId="{B786CABD-D9FE-2394-FD49-798DA263432A}"/>
          </ac:spMkLst>
        </pc:spChg>
        <pc:spChg chg="add del mod">
          <ac:chgData name="Ali Akbar" userId="7ad23ff2803fa24b" providerId="LiveId" clId="{FC2E26E0-C031-46A4-B9D4-A7236C9464D5}" dt="2025-02-24T18:24:30.557" v="238" actId="478"/>
          <ac:spMkLst>
            <pc:docMk/>
            <pc:sldMk cId="277045264" sldId="266"/>
            <ac:spMk id="5" creationId="{BF71345F-125A-3565-8338-37409A19B21B}"/>
          </ac:spMkLst>
        </pc:spChg>
        <pc:spChg chg="add mod">
          <ac:chgData name="Ali Akbar" userId="7ad23ff2803fa24b" providerId="LiveId" clId="{FC2E26E0-C031-46A4-B9D4-A7236C9464D5}" dt="2025-02-24T18:28:57.911" v="276" actId="26606"/>
          <ac:spMkLst>
            <pc:docMk/>
            <pc:sldMk cId="277045264" sldId="266"/>
            <ac:spMk id="6" creationId="{2119ECF7-4847-A3F1-A419-BE94B5F33FF0}"/>
          </ac:spMkLst>
        </pc:spChg>
        <pc:spChg chg="add">
          <ac:chgData name="Ali Akbar" userId="7ad23ff2803fa24b" providerId="LiveId" clId="{FC2E26E0-C031-46A4-B9D4-A7236C9464D5}" dt="2025-02-24T18:28:57.911" v="276" actId="26606"/>
          <ac:spMkLst>
            <pc:docMk/>
            <pc:sldMk cId="277045264" sldId="266"/>
            <ac:spMk id="11" creationId="{3C06EAFD-0C69-4B3B-BEA7-E7E11DDF9C43}"/>
          </ac:spMkLst>
        </pc:spChg>
        <pc:spChg chg="add">
          <ac:chgData name="Ali Akbar" userId="7ad23ff2803fa24b" providerId="LiveId" clId="{FC2E26E0-C031-46A4-B9D4-A7236C9464D5}" dt="2025-02-24T18:28:57.911" v="276" actId="26606"/>
          <ac:spMkLst>
            <pc:docMk/>
            <pc:sldMk cId="277045264" sldId="266"/>
            <ac:spMk id="13" creationId="{A4066C89-42FB-4624-9AFE-3A31B36491B5}"/>
          </ac:spMkLst>
        </pc:spChg>
        <pc:spChg chg="add">
          <ac:chgData name="Ali Akbar" userId="7ad23ff2803fa24b" providerId="LiveId" clId="{FC2E26E0-C031-46A4-B9D4-A7236C9464D5}" dt="2025-02-24T18:28:57.911" v="276" actId="26606"/>
          <ac:spMkLst>
            <pc:docMk/>
            <pc:sldMk cId="277045264" sldId="266"/>
            <ac:spMk id="15" creationId="{BA218FBC-B2D6-48CA-9289-C4110162EDAD}"/>
          </ac:spMkLst>
        </pc:spChg>
        <pc:spChg chg="add">
          <ac:chgData name="Ali Akbar" userId="7ad23ff2803fa24b" providerId="LiveId" clId="{FC2E26E0-C031-46A4-B9D4-A7236C9464D5}" dt="2025-02-24T18:28:57.911" v="276" actId="26606"/>
          <ac:spMkLst>
            <pc:docMk/>
            <pc:sldMk cId="277045264" sldId="266"/>
            <ac:spMk id="17" creationId="{2DED9084-49DA-4911-ACB7-5F9E4DEFA039}"/>
          </ac:spMkLst>
        </pc:spChg>
      </pc:sldChg>
      <pc:sldChg chg="addSp modSp new mod setBg">
        <pc:chgData name="Ali Akbar" userId="7ad23ff2803fa24b" providerId="LiveId" clId="{FC2E26E0-C031-46A4-B9D4-A7236C9464D5}" dt="2025-02-24T18:30:41.490" v="304" actId="27636"/>
        <pc:sldMkLst>
          <pc:docMk/>
          <pc:sldMk cId="868095158" sldId="267"/>
        </pc:sldMkLst>
        <pc:spChg chg="mod">
          <ac:chgData name="Ali Akbar" userId="7ad23ff2803fa24b" providerId="LiveId" clId="{FC2E26E0-C031-46A4-B9D4-A7236C9464D5}" dt="2025-02-24T18:29:47.476" v="289" actId="1076"/>
          <ac:spMkLst>
            <pc:docMk/>
            <pc:sldMk cId="868095158" sldId="267"/>
            <ac:spMk id="2" creationId="{B753F9E4-B431-02A1-7262-7CB66B4D3A28}"/>
          </ac:spMkLst>
        </pc:spChg>
        <pc:spChg chg="mod">
          <ac:chgData name="Ali Akbar" userId="7ad23ff2803fa24b" providerId="LiveId" clId="{FC2E26E0-C031-46A4-B9D4-A7236C9464D5}" dt="2025-02-24T18:30:41.490" v="304" actId="27636"/>
          <ac:spMkLst>
            <pc:docMk/>
            <pc:sldMk cId="868095158" sldId="267"/>
            <ac:spMk id="3" creationId="{C3F943E0-630F-E988-19E3-9089836DAB5F}"/>
          </ac:spMkLst>
        </pc:spChg>
        <pc:spChg chg="add">
          <ac:chgData name="Ali Akbar" userId="7ad23ff2803fa24b" providerId="LiveId" clId="{FC2E26E0-C031-46A4-B9D4-A7236C9464D5}" dt="2025-02-24T18:29:39.918" v="288" actId="26606"/>
          <ac:spMkLst>
            <pc:docMk/>
            <pc:sldMk cId="868095158" sldId="267"/>
            <ac:spMk id="9" creationId="{3964958D-AF5D-4863-B5FB-83F6B8CB12A0}"/>
          </ac:spMkLst>
        </pc:spChg>
        <pc:grpChg chg="add">
          <ac:chgData name="Ali Akbar" userId="7ad23ff2803fa24b" providerId="LiveId" clId="{FC2E26E0-C031-46A4-B9D4-A7236C9464D5}" dt="2025-02-24T18:29:39.918" v="288" actId="26606"/>
          <ac:grpSpMkLst>
            <pc:docMk/>
            <pc:sldMk cId="868095158" sldId="267"/>
            <ac:grpSpMk id="11" creationId="{11002ACD-3B0C-4885-8754-8A00E926FE4B}"/>
          </ac:grpSpMkLst>
        </pc:grpChg>
        <pc:picChg chg="add">
          <ac:chgData name="Ali Akbar" userId="7ad23ff2803fa24b" providerId="LiveId" clId="{FC2E26E0-C031-46A4-B9D4-A7236C9464D5}" dt="2025-02-24T18:29:39.918" v="288" actId="26606"/>
          <ac:picMkLst>
            <pc:docMk/>
            <pc:sldMk cId="868095158" sldId="267"/>
            <ac:picMk id="5" creationId="{5B85B523-C3DB-1DAC-54D6-456E388FC5A0}"/>
          </ac:picMkLst>
        </pc:picChg>
      </pc:sldChg>
      <pc:sldChg chg="modSp new del mod">
        <pc:chgData name="Ali Akbar" userId="7ad23ff2803fa24b" providerId="LiveId" clId="{FC2E26E0-C031-46A4-B9D4-A7236C9464D5}" dt="2025-02-24T18:34:12.809" v="338" actId="47"/>
        <pc:sldMkLst>
          <pc:docMk/>
          <pc:sldMk cId="30301511" sldId="268"/>
        </pc:sldMkLst>
        <pc:spChg chg="mod">
          <ac:chgData name="Ali Akbar" userId="7ad23ff2803fa24b" providerId="LiveId" clId="{FC2E26E0-C031-46A4-B9D4-A7236C9464D5}" dt="2025-02-24T18:31:16.370" v="310"/>
          <ac:spMkLst>
            <pc:docMk/>
            <pc:sldMk cId="30301511" sldId="268"/>
            <ac:spMk id="2" creationId="{70B89F4B-851F-48C8-4B28-8C1B8B6B3286}"/>
          </ac:spMkLst>
        </pc:spChg>
        <pc:spChg chg="mod">
          <ac:chgData name="Ali Akbar" userId="7ad23ff2803fa24b" providerId="LiveId" clId="{FC2E26E0-C031-46A4-B9D4-A7236C9464D5}" dt="2025-02-24T18:31:22.081" v="311" actId="123"/>
          <ac:spMkLst>
            <pc:docMk/>
            <pc:sldMk cId="30301511" sldId="268"/>
            <ac:spMk id="3" creationId="{46743A9B-101B-82F4-4814-3E024ECBC6D3}"/>
          </ac:spMkLst>
        </pc:spChg>
      </pc:sldChg>
      <pc:sldChg chg="addSp delSp modSp add mod setBg setClrOvrMap">
        <pc:chgData name="Ali Akbar" userId="7ad23ff2803fa24b" providerId="LiveId" clId="{FC2E26E0-C031-46A4-B9D4-A7236C9464D5}" dt="2025-02-24T18:53:03.592" v="433" actId="14100"/>
        <pc:sldMkLst>
          <pc:docMk/>
          <pc:sldMk cId="366409253" sldId="269"/>
        </pc:sldMkLst>
        <pc:spChg chg="mod">
          <ac:chgData name="Ali Akbar" userId="7ad23ff2803fa24b" providerId="LiveId" clId="{FC2E26E0-C031-46A4-B9D4-A7236C9464D5}" dt="2025-02-24T18:46:09.955" v="415" actId="26606"/>
          <ac:spMkLst>
            <pc:docMk/>
            <pc:sldMk cId="366409253" sldId="269"/>
            <ac:spMk id="2" creationId="{72C1EE18-6AAD-F717-F851-C861A1F78D4D}"/>
          </ac:spMkLst>
        </pc:spChg>
        <pc:spChg chg="mod ord">
          <ac:chgData name="Ali Akbar" userId="7ad23ff2803fa24b" providerId="LiveId" clId="{FC2E26E0-C031-46A4-B9D4-A7236C9464D5}" dt="2025-02-24T18:46:24.531" v="417" actId="123"/>
          <ac:spMkLst>
            <pc:docMk/>
            <pc:sldMk cId="366409253" sldId="269"/>
            <ac:spMk id="3" creationId="{C96B052D-9352-90A3-4B9B-BB451AACDA5A}"/>
          </ac:spMkLst>
        </pc:spChg>
        <pc:spChg chg="add del">
          <ac:chgData name="Ali Akbar" userId="7ad23ff2803fa24b" providerId="LiveId" clId="{FC2E26E0-C031-46A4-B9D4-A7236C9464D5}" dt="2025-02-24T18:46:09.955" v="415" actId="26606"/>
          <ac:spMkLst>
            <pc:docMk/>
            <pc:sldMk cId="366409253" sldId="269"/>
            <ac:spMk id="11" creationId="{E009DD9B-5EE2-4C0D-8B2B-351C8C102205}"/>
          </ac:spMkLst>
        </pc:spChg>
        <pc:spChg chg="add del">
          <ac:chgData name="Ali Akbar" userId="7ad23ff2803fa24b" providerId="LiveId" clId="{FC2E26E0-C031-46A4-B9D4-A7236C9464D5}" dt="2025-02-24T18:46:09.955" v="415" actId="26606"/>
          <ac:spMkLst>
            <pc:docMk/>
            <pc:sldMk cId="366409253" sldId="269"/>
            <ac:spMk id="13" creationId="{E720DB99-7745-4E75-9D96-AAB6D55C531E}"/>
          </ac:spMkLst>
        </pc:spChg>
        <pc:spChg chg="add del">
          <ac:chgData name="Ali Akbar" userId="7ad23ff2803fa24b" providerId="LiveId" clId="{FC2E26E0-C031-46A4-B9D4-A7236C9464D5}" dt="2025-02-24T18:46:09.955" v="415" actId="26606"/>
          <ac:spMkLst>
            <pc:docMk/>
            <pc:sldMk cId="366409253" sldId="269"/>
            <ac:spMk id="15" creationId="{D68803C4-E159-4360-B7BB-74205C8F782D}"/>
          </ac:spMkLst>
        </pc:spChg>
        <pc:spChg chg="add del">
          <ac:chgData name="Ali Akbar" userId="7ad23ff2803fa24b" providerId="LiveId" clId="{FC2E26E0-C031-46A4-B9D4-A7236C9464D5}" dt="2025-02-24T18:46:09.955" v="415" actId="26606"/>
          <ac:spMkLst>
            <pc:docMk/>
            <pc:sldMk cId="366409253" sldId="269"/>
            <ac:spMk id="17" creationId="{504B0465-3B07-49BF-BEA7-D81476246293}"/>
          </ac:spMkLst>
        </pc:spChg>
        <pc:spChg chg="add del">
          <ac:chgData name="Ali Akbar" userId="7ad23ff2803fa24b" providerId="LiveId" clId="{FC2E26E0-C031-46A4-B9D4-A7236C9464D5}" dt="2025-02-24T18:46:09.955" v="415" actId="26606"/>
          <ac:spMkLst>
            <pc:docMk/>
            <pc:sldMk cId="366409253" sldId="269"/>
            <ac:spMk id="19" creationId="{49B7FFA5-14CB-4A4F-9BCC-CA3AA5D9D276}"/>
          </ac:spMkLst>
        </pc:spChg>
        <pc:spChg chg="add del">
          <ac:chgData name="Ali Akbar" userId="7ad23ff2803fa24b" providerId="LiveId" clId="{FC2E26E0-C031-46A4-B9D4-A7236C9464D5}" dt="2025-02-24T18:46:09.955" v="415" actId="26606"/>
          <ac:spMkLst>
            <pc:docMk/>
            <pc:sldMk cId="366409253" sldId="269"/>
            <ac:spMk id="21" creationId="{04E48745-7512-4EC2-9E20-9092D12150CA}"/>
          </ac:spMkLst>
        </pc:spChg>
        <pc:spChg chg="add del">
          <ac:chgData name="Ali Akbar" userId="7ad23ff2803fa24b" providerId="LiveId" clId="{FC2E26E0-C031-46A4-B9D4-A7236C9464D5}" dt="2025-02-24T18:46:07.850" v="410" actId="26606"/>
          <ac:spMkLst>
            <pc:docMk/>
            <pc:sldMk cId="366409253" sldId="269"/>
            <ac:spMk id="26" creationId="{CAC6F186-990E-4A9E-9C75-88580953E2D2}"/>
          </ac:spMkLst>
        </pc:spChg>
        <pc:spChg chg="add del">
          <ac:chgData name="Ali Akbar" userId="7ad23ff2803fa24b" providerId="LiveId" clId="{FC2E26E0-C031-46A4-B9D4-A7236C9464D5}" dt="2025-02-24T18:46:09.056" v="412" actId="26606"/>
          <ac:spMkLst>
            <pc:docMk/>
            <pc:sldMk cId="366409253" sldId="269"/>
            <ac:spMk id="31" creationId="{F3AF35CD-DA30-4E34-B0F3-32C27766DA05}"/>
          </ac:spMkLst>
        </pc:spChg>
        <pc:spChg chg="add del">
          <ac:chgData name="Ali Akbar" userId="7ad23ff2803fa24b" providerId="LiveId" clId="{FC2E26E0-C031-46A4-B9D4-A7236C9464D5}" dt="2025-02-24T18:46:09.901" v="414" actId="26606"/>
          <ac:spMkLst>
            <pc:docMk/>
            <pc:sldMk cId="366409253" sldId="269"/>
            <ac:spMk id="33" creationId="{2A0E4E09-FC02-4ADC-951A-3FFA90B6FE39}"/>
          </ac:spMkLst>
        </pc:spChg>
        <pc:spChg chg="add del">
          <ac:chgData name="Ali Akbar" userId="7ad23ff2803fa24b" providerId="LiveId" clId="{FC2E26E0-C031-46A4-B9D4-A7236C9464D5}" dt="2025-02-24T18:46:09.901" v="414" actId="26606"/>
          <ac:spMkLst>
            <pc:docMk/>
            <pc:sldMk cId="366409253" sldId="269"/>
            <ac:spMk id="34" creationId="{E5821A2D-F010-4C2B-8819-23281D9C770F}"/>
          </ac:spMkLst>
        </pc:spChg>
        <pc:spChg chg="add">
          <ac:chgData name="Ali Akbar" userId="7ad23ff2803fa24b" providerId="LiveId" clId="{FC2E26E0-C031-46A4-B9D4-A7236C9464D5}" dt="2025-02-24T18:46:09.955" v="415" actId="26606"/>
          <ac:spMkLst>
            <pc:docMk/>
            <pc:sldMk cId="366409253" sldId="269"/>
            <ac:spMk id="38" creationId="{F3AF35CD-DA30-4E34-B0F3-32C27766DA05}"/>
          </ac:spMkLst>
        </pc:spChg>
        <pc:graphicFrameChg chg="add del mod modGraphic">
          <ac:chgData name="Ali Akbar" userId="7ad23ff2803fa24b" providerId="LiveId" clId="{FC2E26E0-C031-46A4-B9D4-A7236C9464D5}" dt="2025-02-24T18:44:59.699" v="394" actId="478"/>
          <ac:graphicFrameMkLst>
            <pc:docMk/>
            <pc:sldMk cId="366409253" sldId="269"/>
            <ac:graphicFrameMk id="4" creationId="{84B82534-4D82-155E-45BA-14207856B7D9}"/>
          </ac:graphicFrameMkLst>
        </pc:graphicFrameChg>
        <pc:picChg chg="add del mod">
          <ac:chgData name="Ali Akbar" userId="7ad23ff2803fa24b" providerId="LiveId" clId="{FC2E26E0-C031-46A4-B9D4-A7236C9464D5}" dt="2025-02-24T18:45:54.778" v="407" actId="478"/>
          <ac:picMkLst>
            <pc:docMk/>
            <pc:sldMk cId="366409253" sldId="269"/>
            <ac:picMk id="6" creationId="{961A249C-C607-EAF5-85C8-5DA7EC879330}"/>
          </ac:picMkLst>
        </pc:picChg>
        <pc:picChg chg="add mod">
          <ac:chgData name="Ali Akbar" userId="7ad23ff2803fa24b" providerId="LiveId" clId="{FC2E26E0-C031-46A4-B9D4-A7236C9464D5}" dt="2025-02-24T18:53:03.592" v="433" actId="14100"/>
          <ac:picMkLst>
            <pc:docMk/>
            <pc:sldMk cId="366409253" sldId="269"/>
            <ac:picMk id="8" creationId="{93F267BE-AB24-56F4-5AF1-000CD47703E0}"/>
          </ac:picMkLst>
        </pc:picChg>
      </pc:sldChg>
      <pc:sldChg chg="delSp modSp add mod setBg delDesignElem">
        <pc:chgData name="Ali Akbar" userId="7ad23ff2803fa24b" providerId="LiveId" clId="{FC2E26E0-C031-46A4-B9D4-A7236C9464D5}" dt="2025-02-24T18:33:13.799" v="333" actId="1035"/>
        <pc:sldMkLst>
          <pc:docMk/>
          <pc:sldMk cId="3566856421" sldId="270"/>
        </pc:sldMkLst>
        <pc:spChg chg="mod">
          <ac:chgData name="Ali Akbar" userId="7ad23ff2803fa24b" providerId="LiveId" clId="{FC2E26E0-C031-46A4-B9D4-A7236C9464D5}" dt="2025-02-24T18:33:13.799" v="333" actId="1035"/>
          <ac:spMkLst>
            <pc:docMk/>
            <pc:sldMk cId="3566856421" sldId="270"/>
            <ac:spMk id="3" creationId="{9A35BD73-9FE4-0826-FD80-BAFFDE5875CE}"/>
          </ac:spMkLst>
        </pc:spChg>
        <pc:spChg chg="del">
          <ac:chgData name="Ali Akbar" userId="7ad23ff2803fa24b" providerId="LiveId" clId="{FC2E26E0-C031-46A4-B9D4-A7236C9464D5}" dt="2025-02-24T18:32:24.574" v="313"/>
          <ac:spMkLst>
            <pc:docMk/>
            <pc:sldMk cId="3566856421" sldId="270"/>
            <ac:spMk id="9" creationId="{AC928A64-B581-D936-E259-3B1820769916}"/>
          </ac:spMkLst>
        </pc:spChg>
        <pc:grpChg chg="del">
          <ac:chgData name="Ali Akbar" userId="7ad23ff2803fa24b" providerId="LiveId" clId="{FC2E26E0-C031-46A4-B9D4-A7236C9464D5}" dt="2025-02-24T18:32:24.574" v="313"/>
          <ac:grpSpMkLst>
            <pc:docMk/>
            <pc:sldMk cId="3566856421" sldId="270"/>
            <ac:grpSpMk id="11" creationId="{CF651FD3-AD22-DD55-F3FB-1DA7E2938FBB}"/>
          </ac:grpSpMkLst>
        </pc:grpChg>
      </pc:sldChg>
      <pc:sldChg chg="modSp add mod">
        <pc:chgData name="Ali Akbar" userId="7ad23ff2803fa24b" providerId="LiveId" clId="{FC2E26E0-C031-46A4-B9D4-A7236C9464D5}" dt="2025-02-24T18:34:35.647" v="345" actId="14100"/>
        <pc:sldMkLst>
          <pc:docMk/>
          <pc:sldMk cId="1617066280" sldId="271"/>
        </pc:sldMkLst>
        <pc:spChg chg="mod">
          <ac:chgData name="Ali Akbar" userId="7ad23ff2803fa24b" providerId="LiveId" clId="{FC2E26E0-C031-46A4-B9D4-A7236C9464D5}" dt="2025-02-24T18:34:35.647" v="345" actId="14100"/>
          <ac:spMkLst>
            <pc:docMk/>
            <pc:sldMk cId="1617066280" sldId="271"/>
            <ac:spMk id="3" creationId="{14611985-39BC-3D20-6B40-3E15DFC1CD06}"/>
          </ac:spMkLst>
        </pc:spChg>
      </pc:sldChg>
      <pc:sldChg chg="addSp delSp modSp new mod">
        <pc:chgData name="Ali Akbar" userId="7ad23ff2803fa24b" providerId="LiveId" clId="{FC2E26E0-C031-46A4-B9D4-A7236C9464D5}" dt="2025-02-24T18:52:30.453" v="429" actId="14100"/>
        <pc:sldMkLst>
          <pc:docMk/>
          <pc:sldMk cId="910905230" sldId="272"/>
        </pc:sldMkLst>
        <pc:spChg chg="mod">
          <ac:chgData name="Ali Akbar" userId="7ad23ff2803fa24b" providerId="LiveId" clId="{FC2E26E0-C031-46A4-B9D4-A7236C9464D5}" dt="2025-02-24T18:52:17.869" v="427" actId="1076"/>
          <ac:spMkLst>
            <pc:docMk/>
            <pc:sldMk cId="910905230" sldId="272"/>
            <ac:spMk id="2" creationId="{1F326B91-5984-9BAD-5C81-AAB05E9E15EB}"/>
          </ac:spMkLst>
        </pc:spChg>
        <pc:spChg chg="del">
          <ac:chgData name="Ali Akbar" userId="7ad23ff2803fa24b" providerId="LiveId" clId="{FC2E26E0-C031-46A4-B9D4-A7236C9464D5}" dt="2025-02-24T18:51:12.033" v="423" actId="22"/>
          <ac:spMkLst>
            <pc:docMk/>
            <pc:sldMk cId="910905230" sldId="272"/>
            <ac:spMk id="3" creationId="{E981D769-38CB-C5E6-6837-E723F9899145}"/>
          </ac:spMkLst>
        </pc:spChg>
        <pc:picChg chg="add mod ord">
          <ac:chgData name="Ali Akbar" userId="7ad23ff2803fa24b" providerId="LiveId" clId="{FC2E26E0-C031-46A4-B9D4-A7236C9464D5}" dt="2025-02-24T18:52:30.453" v="429" actId="14100"/>
          <ac:picMkLst>
            <pc:docMk/>
            <pc:sldMk cId="910905230" sldId="272"/>
            <ac:picMk id="5" creationId="{0FA8385B-9F55-8BF2-5030-E46C1BECB292}"/>
          </ac:picMkLst>
        </pc:picChg>
      </pc:sldChg>
      <pc:sldChg chg="addSp delSp modSp new mod">
        <pc:chgData name="Ali Akbar" userId="7ad23ff2803fa24b" providerId="LiveId" clId="{FC2E26E0-C031-46A4-B9D4-A7236C9464D5}" dt="2025-02-24T18:54:19.566" v="451" actId="123"/>
        <pc:sldMkLst>
          <pc:docMk/>
          <pc:sldMk cId="1312080733" sldId="273"/>
        </pc:sldMkLst>
        <pc:spChg chg="mod">
          <ac:chgData name="Ali Akbar" userId="7ad23ff2803fa24b" providerId="LiveId" clId="{FC2E26E0-C031-46A4-B9D4-A7236C9464D5}" dt="2025-02-24T18:53:09.423" v="435"/>
          <ac:spMkLst>
            <pc:docMk/>
            <pc:sldMk cId="1312080733" sldId="273"/>
            <ac:spMk id="2" creationId="{7A1FFF9A-14DF-8059-DAFE-0B8EF2F07BB3}"/>
          </ac:spMkLst>
        </pc:spChg>
        <pc:spChg chg="add del">
          <ac:chgData name="Ali Akbar" userId="7ad23ff2803fa24b" providerId="LiveId" clId="{FC2E26E0-C031-46A4-B9D4-A7236C9464D5}" dt="2025-02-24T18:53:48.698" v="446"/>
          <ac:spMkLst>
            <pc:docMk/>
            <pc:sldMk cId="1312080733" sldId="273"/>
            <ac:spMk id="3" creationId="{75CA6697-8DC9-6BC4-3F7C-E3BBCD6BE249}"/>
          </ac:spMkLst>
        </pc:spChg>
        <pc:spChg chg="add mod">
          <ac:chgData name="Ali Akbar" userId="7ad23ff2803fa24b" providerId="LiveId" clId="{FC2E26E0-C031-46A4-B9D4-A7236C9464D5}" dt="2025-02-24T18:53:21.358" v="437"/>
          <ac:spMkLst>
            <pc:docMk/>
            <pc:sldMk cId="1312080733" sldId="273"/>
            <ac:spMk id="4" creationId="{33594DE0-19D2-959E-CDE9-871A2F859292}"/>
          </ac:spMkLst>
        </pc:spChg>
        <pc:spChg chg="add mod">
          <ac:chgData name="Ali Akbar" userId="7ad23ff2803fa24b" providerId="LiveId" clId="{FC2E26E0-C031-46A4-B9D4-A7236C9464D5}" dt="2025-02-24T18:53:43.347" v="445"/>
          <ac:spMkLst>
            <pc:docMk/>
            <pc:sldMk cId="1312080733" sldId="273"/>
            <ac:spMk id="5" creationId="{00B6A5B6-51C8-711B-7E92-66427D629C8A}"/>
          </ac:spMkLst>
        </pc:spChg>
        <pc:spChg chg="add mod">
          <ac:chgData name="Ali Akbar" userId="7ad23ff2803fa24b" providerId="LiveId" clId="{FC2E26E0-C031-46A4-B9D4-A7236C9464D5}" dt="2025-02-24T18:54:19.566" v="451" actId="123"/>
          <ac:spMkLst>
            <pc:docMk/>
            <pc:sldMk cId="1312080733" sldId="273"/>
            <ac:spMk id="6" creationId="{91E0F5FE-CFD4-AFC2-6BAF-3EAB6CA22178}"/>
          </ac:spMkLst>
        </pc:spChg>
      </pc:sldChg>
      <pc:sldChg chg="addSp delSp modSp new mod setBg setClrOvrMap">
        <pc:chgData name="Ali Akbar" userId="7ad23ff2803fa24b" providerId="LiveId" clId="{FC2E26E0-C031-46A4-B9D4-A7236C9464D5}" dt="2025-02-24T19:02:44.968" v="469" actId="1035"/>
        <pc:sldMkLst>
          <pc:docMk/>
          <pc:sldMk cId="659545898" sldId="274"/>
        </pc:sldMkLst>
        <pc:spChg chg="del">
          <ac:chgData name="Ali Akbar" userId="7ad23ff2803fa24b" providerId="LiveId" clId="{FC2E26E0-C031-46A4-B9D4-A7236C9464D5}" dt="2025-02-24T19:01:27.864" v="453" actId="478"/>
          <ac:spMkLst>
            <pc:docMk/>
            <pc:sldMk cId="659545898" sldId="274"/>
            <ac:spMk id="2" creationId="{14C4B66D-0BBC-F707-5013-9B04EF50D1A1}"/>
          </ac:spMkLst>
        </pc:spChg>
        <pc:spChg chg="del">
          <ac:chgData name="Ali Akbar" userId="7ad23ff2803fa24b" providerId="LiveId" clId="{FC2E26E0-C031-46A4-B9D4-A7236C9464D5}" dt="2025-02-24T19:01:30.171" v="454" actId="478"/>
          <ac:spMkLst>
            <pc:docMk/>
            <pc:sldMk cId="659545898" sldId="274"/>
            <ac:spMk id="3" creationId="{6E0D3643-7CD4-3500-06C1-094BCF5D31AB}"/>
          </ac:spMkLst>
        </pc:spChg>
        <pc:spChg chg="add del">
          <ac:chgData name="Ali Akbar" userId="7ad23ff2803fa24b" providerId="LiveId" clId="{FC2E26E0-C031-46A4-B9D4-A7236C9464D5}" dt="2025-02-24T19:02:15.523" v="457" actId="26606"/>
          <ac:spMkLst>
            <pc:docMk/>
            <pc:sldMk cId="659545898" sldId="274"/>
            <ac:spMk id="13" creationId="{3E9FBC8E-8666-4442-8D7D-B250510CD44D}"/>
          </ac:spMkLst>
        </pc:spChg>
        <pc:spChg chg="add del">
          <ac:chgData name="Ali Akbar" userId="7ad23ff2803fa24b" providerId="LiveId" clId="{FC2E26E0-C031-46A4-B9D4-A7236C9464D5}" dt="2025-02-24T19:02:28.631" v="462" actId="26606"/>
          <ac:spMkLst>
            <pc:docMk/>
            <pc:sldMk cId="659545898" sldId="274"/>
            <ac:spMk id="18" creationId="{C93E3F47-1C0B-4984-AAFD-8624A7B61927}"/>
          </ac:spMkLst>
        </pc:spChg>
        <pc:spChg chg="add">
          <ac:chgData name="Ali Akbar" userId="7ad23ff2803fa24b" providerId="LiveId" clId="{FC2E26E0-C031-46A4-B9D4-A7236C9464D5}" dt="2025-02-24T19:02:28.631" v="462" actId="26606"/>
          <ac:spMkLst>
            <pc:docMk/>
            <pc:sldMk cId="659545898" sldId="274"/>
            <ac:spMk id="27" creationId="{3E9FBC8E-8666-4442-8D7D-B250510CD44D}"/>
          </ac:spMkLst>
        </pc:spChg>
        <pc:grpChg chg="add del">
          <ac:chgData name="Ali Akbar" userId="7ad23ff2803fa24b" providerId="LiveId" clId="{FC2E26E0-C031-46A4-B9D4-A7236C9464D5}" dt="2025-02-24T19:02:15.523" v="457" actId="26606"/>
          <ac:grpSpMkLst>
            <pc:docMk/>
            <pc:sldMk cId="659545898" sldId="274"/>
            <ac:grpSpMk id="9" creationId="{EE6C75A5-F4B8-415F-B4EA-A9AD45087E49}"/>
          </ac:grpSpMkLst>
        </pc:grpChg>
        <pc:grpChg chg="add del">
          <ac:chgData name="Ali Akbar" userId="7ad23ff2803fa24b" providerId="LiveId" clId="{FC2E26E0-C031-46A4-B9D4-A7236C9464D5}" dt="2025-02-24T19:02:28.631" v="462" actId="26606"/>
          <ac:grpSpMkLst>
            <pc:docMk/>
            <pc:sldMk cId="659545898" sldId="274"/>
            <ac:grpSpMk id="15" creationId="{2A313B03-D361-4EC9-AF52-0B3C1C92C26D}"/>
          </ac:grpSpMkLst>
        </pc:grpChg>
        <pc:grpChg chg="add">
          <ac:chgData name="Ali Akbar" userId="7ad23ff2803fa24b" providerId="LiveId" clId="{FC2E26E0-C031-46A4-B9D4-A7236C9464D5}" dt="2025-02-24T19:02:28.631" v="462" actId="26606"/>
          <ac:grpSpMkLst>
            <pc:docMk/>
            <pc:sldMk cId="659545898" sldId="274"/>
            <ac:grpSpMk id="23" creationId="{2A313B03-D361-4EC9-AF52-0B3C1C92C26D}"/>
          </ac:grpSpMkLst>
        </pc:grpChg>
        <pc:picChg chg="add mod">
          <ac:chgData name="Ali Akbar" userId="7ad23ff2803fa24b" providerId="LiveId" clId="{FC2E26E0-C031-46A4-B9D4-A7236C9464D5}" dt="2025-02-24T19:02:44.968" v="469" actId="1035"/>
          <ac:picMkLst>
            <pc:docMk/>
            <pc:sldMk cId="659545898" sldId="274"/>
            <ac:picMk id="4" creationId="{36EED9C6-2D5E-1830-6AB2-9E89610AE6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0F95-0E14-435B-B155-6FC70903D6B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408A2-5C4A-47C2-B7F8-2F5E0076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4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408A2-5C4A-47C2-B7F8-2F5E0076BD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78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3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01EA198-6CAB-4B8F-B93F-1F9C8C4B6CE7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0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79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9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5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93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50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2/25/2025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7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5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95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9E328DDA-162B-7DC4-7576-2B34C224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36"/>
          <a:stretch/>
        </p:blipFill>
        <p:spPr>
          <a:xfrm>
            <a:off x="20" y="10"/>
            <a:ext cx="12191980" cy="4908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FFE793-6D9C-BEBD-7600-B7D05F1D1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5293849"/>
            <a:ext cx="7745261" cy="1178688"/>
          </a:xfrm>
        </p:spPr>
        <p:txBody>
          <a:bodyPr anchor="ctr">
            <a:normAutofit/>
          </a:bodyPr>
          <a:lstStyle/>
          <a:p>
            <a:pPr algn="l"/>
            <a:r>
              <a:rPr lang="en-US" sz="3200" dirty="0"/>
              <a:t>Parallel and Distributed Computing</a:t>
            </a:r>
            <a:br>
              <a:rPr lang="en-US" sz="3200" dirty="0"/>
            </a:br>
            <a:r>
              <a:rPr lang="en-US" sz="3200" dirty="0"/>
              <a:t>Lecture #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7FD56-DA99-7A5B-F26C-41C9C3542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4859" y="5293850"/>
            <a:ext cx="3331421" cy="117868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By, </a:t>
            </a:r>
          </a:p>
          <a:p>
            <a:pPr algn="l"/>
            <a:r>
              <a:rPr lang="en-US" dirty="0"/>
              <a:t>Dr. Ali Akbar Siddique</a:t>
            </a:r>
          </a:p>
        </p:txBody>
      </p:sp>
    </p:spTree>
    <p:extLst>
      <p:ext uri="{BB962C8B-B14F-4D97-AF65-F5344CB8AC3E}">
        <p14:creationId xmlns:p14="http://schemas.microsoft.com/office/powerpoint/2010/main" val="1965407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CA88C2-C73C-4062-A097-8FBCE309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981C21-E132-4402-B31B-D725C1CE7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685C77-4E84-486A-9AE5-F3635BE98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2" y="822324"/>
            <a:ext cx="5149596" cy="5228279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505375-5DDD-9854-342E-C6040465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4" y="1465790"/>
            <a:ext cx="3860798" cy="3941345"/>
          </a:xfrm>
        </p:spPr>
        <p:txBody>
          <a:bodyPr>
            <a:normAutofit/>
          </a:bodyPr>
          <a:lstStyle/>
          <a:p>
            <a:r>
              <a:rPr lang="en-US" sz="4700" b="1"/>
              <a:t>Introduction to Parallel and Distributed Computing</a:t>
            </a:r>
            <a:endParaRPr lang="en-US" sz="4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C9737-3D26-77C9-838A-D4814734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199" y="814607"/>
            <a:ext cx="5759197" cy="5307055"/>
          </a:xfrm>
        </p:spPr>
        <p:txBody>
          <a:bodyPr anchor="ctr"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/>
              <a:t>Definition of Parallel Computing</a:t>
            </a:r>
            <a:r>
              <a:rPr lang="en-US" sz="1800" dirty="0"/>
              <a:t>: Parallel computing is a type of computation in which many calculations or processes are carried out simultaneously, leveraging multiple processing units.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/>
              <a:t>Definition of Distributed Computing</a:t>
            </a:r>
            <a:r>
              <a:rPr lang="en-US" sz="1800" dirty="0"/>
              <a:t>: Distributed computing refers to a model where computing tasks are divided across multiple interconnected computers, working together to achieve a common goal.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/>
              <a:t>Importance in Modern Computing</a:t>
            </a:r>
            <a:r>
              <a:rPr lang="en-US" sz="1800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Performance Enhancement</a:t>
            </a:r>
            <a:r>
              <a:rPr lang="en-US" dirty="0"/>
              <a:t>: Enables faster processing by distributing workloads.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Easily handles increasing amounts of work by adding more computing resources.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Fault Tolerance</a:t>
            </a:r>
            <a:r>
              <a:rPr lang="en-US" dirty="0"/>
              <a:t>: Reduces the risk of system failure by distributing tasks across multiple machines.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Efficiency in Resource Utilization</a:t>
            </a:r>
            <a:r>
              <a:rPr lang="en-US" dirty="0"/>
              <a:t>: Optimizes the use of computational power across various hardware components.</a:t>
            </a:r>
          </a:p>
          <a:p>
            <a:endParaRPr lang="en-US" sz="1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5C1C3E-5158-47F3-8FD9-14B22C3E6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121662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9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8B89C-A046-6B0B-8B2E-9BCFA03F5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CA88C2-C73C-4062-A097-8FBCE309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981C21-E132-4402-B31B-D725C1CE7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685C77-4E84-486A-9AE5-F3635BE98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2" y="822324"/>
            <a:ext cx="5149596" cy="5228279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3DE91-913B-2587-F652-6BA6B897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4" y="1465790"/>
            <a:ext cx="3860798" cy="3941345"/>
          </a:xfrm>
        </p:spPr>
        <p:txBody>
          <a:bodyPr>
            <a:normAutofit/>
          </a:bodyPr>
          <a:lstStyle/>
          <a:p>
            <a:r>
              <a:rPr lang="en-US" sz="6000" b="1"/>
              <a:t>Key Concepts</a:t>
            </a:r>
            <a:br>
              <a:rPr lang="en-US" sz="6000"/>
            </a:br>
            <a:endParaRPr lang="en-US" sz="6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E6A34-46A8-CC68-C715-1D225FEFD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199" y="822324"/>
            <a:ext cx="5759197" cy="5299338"/>
          </a:xfrm>
        </p:spPr>
        <p:txBody>
          <a:bodyPr anchor="ctr">
            <a:normAutofit fontScale="92500"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700" b="1" dirty="0"/>
              <a:t>Concurrency</a:t>
            </a:r>
            <a:r>
              <a:rPr lang="en-US" sz="1700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Concurrency is the ability of a system to handle multiple tasks in progress at the same time.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Tasks may not necessarily be executed simultaneously but make progress together.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Example: Running multiple applications on a computer, where the CPU switches between tasks.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b="1" dirty="0"/>
              <a:t>Parallelism</a:t>
            </a:r>
            <a:r>
              <a:rPr lang="en-US" sz="1700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Parallelism refers to the simultaneous execution of multiple tasks to achieve faster processing.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Requires multiple processing units (e.g., multi-core processors, GPUs).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Example: Performing matrix operations using multiple CPU cores simultaneously.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b="1" dirty="0"/>
              <a:t>Distributed Systems</a:t>
            </a:r>
            <a:r>
              <a:rPr lang="en-US" sz="1700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A distributed system is a network of independent computers that collaborate to solve a problem.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Each machine works on a part of the problem and communicates with others.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700" dirty="0"/>
              <a:t>Example: Cloud computing environments like AWS, Google Cloud, and Microsoft Azure.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5C1C3E-5158-47F3-8FD9-14B22C3E6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121662"/>
            <a:ext cx="109087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CA88C2-C73C-4062-A097-8FBCE309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981C21-E132-4402-B31B-D725C1CE7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685C77-4E84-486A-9AE5-F3635BE98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2" y="822324"/>
            <a:ext cx="5149596" cy="5228279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F683F-B80B-9567-3AEC-70E8DDB3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03" y="2576220"/>
            <a:ext cx="5149595" cy="191096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Concurrency vs. Parallelism</a:t>
            </a:r>
            <a:br>
              <a:rPr lang="en-US" sz="4700" dirty="0"/>
            </a:br>
            <a:endParaRPr lang="en-US" sz="4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A6897-0DFE-27B9-2717-7B9630D80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199" y="822323"/>
            <a:ext cx="5759200" cy="5558599"/>
          </a:xfrm>
        </p:spPr>
        <p:txBody>
          <a:bodyPr anchor="ctr"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/>
              <a:t>Concurrency</a:t>
            </a:r>
            <a:r>
              <a:rPr lang="en-US" sz="1800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Concurrency refers to multiple tasks making progress at overlapping time periods.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The system rapidly switches between tasks, creating an illusion of simultaneous execution.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Example: A web server handling multiple client requests concurrently using asynchronous I/O.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/>
              <a:t>Parallelism</a:t>
            </a:r>
            <a:r>
              <a:rPr lang="en-US" sz="1800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Parallelism involves executing multiple tasks simultaneously.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Requires multiple cores or processing units to run computations in parallel.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Example: Image processing using a GPU, where different sections of an image are processed simultaneously.</a:t>
            </a:r>
          </a:p>
          <a:p>
            <a:endParaRPr lang="en-US" sz="15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5C1C3E-5158-47F3-8FD9-14B22C3E6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121662"/>
            <a:ext cx="109087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05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0175-3C5C-61D8-7129-6F5F2CF95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sz="5400" b="1" dirty="0"/>
              <a:t>Concurrency vs. Parallelism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Content Placeholder 3">
            <a:extLst>
              <a:ext uri="{FF2B5EF4-FFF2-40B4-BE49-F238E27FC236}">
                <a16:creationId xmlns:a16="http://schemas.microsoft.com/office/drawing/2014/main" id="{BA36DBD5-DEEF-F236-589B-F8132FBCE4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824619"/>
              </p:ext>
            </p:extLst>
          </p:nvPr>
        </p:nvGraphicFramePr>
        <p:xfrm>
          <a:off x="1066801" y="2219298"/>
          <a:ext cx="10058401" cy="369382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58196">
                  <a:extLst>
                    <a:ext uri="{9D8B030D-6E8A-4147-A177-3AD203B41FA5}">
                      <a16:colId xmlns:a16="http://schemas.microsoft.com/office/drawing/2014/main" val="129158599"/>
                    </a:ext>
                  </a:extLst>
                </a:gridCol>
                <a:gridCol w="2590134">
                  <a:extLst>
                    <a:ext uri="{9D8B030D-6E8A-4147-A177-3AD203B41FA5}">
                      <a16:colId xmlns:a16="http://schemas.microsoft.com/office/drawing/2014/main" val="1966582142"/>
                    </a:ext>
                  </a:extLst>
                </a:gridCol>
                <a:gridCol w="2551875">
                  <a:extLst>
                    <a:ext uri="{9D8B030D-6E8A-4147-A177-3AD203B41FA5}">
                      <a16:colId xmlns:a16="http://schemas.microsoft.com/office/drawing/2014/main" val="4153447342"/>
                    </a:ext>
                  </a:extLst>
                </a:gridCol>
                <a:gridCol w="2458196">
                  <a:extLst>
                    <a:ext uri="{9D8B030D-6E8A-4147-A177-3AD203B41FA5}">
                      <a16:colId xmlns:a16="http://schemas.microsoft.com/office/drawing/2014/main" val="2296808729"/>
                    </a:ext>
                  </a:extLst>
                </a:gridCol>
              </a:tblGrid>
              <a:tr h="456540">
                <a:tc>
                  <a:txBody>
                    <a:bodyPr/>
                    <a:lstStyle/>
                    <a:p>
                      <a:r>
                        <a:rPr lang="en-US" sz="1700"/>
                        <a:t>Aspect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Concurrency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Parallelism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Aspect</a:t>
                      </a:r>
                    </a:p>
                  </a:txBody>
                  <a:tcPr marL="84928" marR="84928" marT="42464" marB="42464" anchor="ctr"/>
                </a:tc>
                <a:extLst>
                  <a:ext uri="{0D108BD9-81ED-4DB2-BD59-A6C34878D82A}">
                    <a16:rowId xmlns:a16="http://schemas.microsoft.com/office/drawing/2014/main" val="2313301313"/>
                  </a:ext>
                </a:extLst>
              </a:tr>
              <a:tr h="1079094"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/>
                        <a:t>Execution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/>
                        <a:t>Tasks appear to run at the same time but are actually interleaved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/>
                        <a:t>Tasks run at the same time on multiple processors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/>
                        <a:t>Execution</a:t>
                      </a:r>
                    </a:p>
                  </a:txBody>
                  <a:tcPr marL="84928" marR="84928" marT="42464" marB="42464" anchor="ctr"/>
                </a:tc>
                <a:extLst>
                  <a:ext uri="{0D108BD9-81ED-4DB2-BD59-A6C34878D82A}">
                    <a16:rowId xmlns:a16="http://schemas.microsoft.com/office/drawing/2014/main" val="15305318"/>
                  </a:ext>
                </a:extLst>
              </a:tr>
              <a:tr h="1079094">
                <a:tc>
                  <a:txBody>
                    <a:bodyPr/>
                    <a:lstStyle/>
                    <a:p>
                      <a:pPr algn="just"/>
                      <a:r>
                        <a:rPr lang="en-US" sz="1700"/>
                        <a:t>Dependencies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/>
                        <a:t>Often involves shared resources requiring synchronization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/>
                        <a:t>Tasks are independent and run without interference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/>
                        <a:t>Dependencies</a:t>
                      </a:r>
                    </a:p>
                  </a:txBody>
                  <a:tcPr marL="84928" marR="84928" marT="42464" marB="42464" anchor="ctr"/>
                </a:tc>
                <a:extLst>
                  <a:ext uri="{0D108BD9-81ED-4DB2-BD59-A6C34878D82A}">
                    <a16:rowId xmlns:a16="http://schemas.microsoft.com/office/drawing/2014/main" val="1853262996"/>
                  </a:ext>
                </a:extLst>
              </a:tr>
              <a:tr h="1079094">
                <a:tc>
                  <a:txBody>
                    <a:bodyPr/>
                    <a:lstStyle/>
                    <a:p>
                      <a:pPr algn="just"/>
                      <a:r>
                        <a:rPr lang="en-US" sz="1700"/>
                        <a:t>Example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/>
                        <a:t>A user switching between multiple browser tabs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/>
                        <a:t>A video rendering engine using multi-core processing</a:t>
                      </a:r>
                    </a:p>
                  </a:txBody>
                  <a:tcPr marL="84928" marR="84928" marT="42464" marB="42464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/>
                        <a:t>Example</a:t>
                      </a:r>
                    </a:p>
                  </a:txBody>
                  <a:tcPr marL="84928" marR="84928" marT="42464" marB="42464" anchor="ctr"/>
                </a:tc>
                <a:extLst>
                  <a:ext uri="{0D108BD9-81ED-4DB2-BD59-A6C34878D82A}">
                    <a16:rowId xmlns:a16="http://schemas.microsoft.com/office/drawing/2014/main" val="3367351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21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067BE-D848-0187-E615-38F7DC4AD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0434-A8BF-0ACC-D3A0-94407B7A0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195072"/>
            <a:ext cx="10058400" cy="816864"/>
          </a:xfrm>
        </p:spPr>
        <p:txBody>
          <a:bodyPr>
            <a:normAutofit fontScale="90000"/>
          </a:bodyPr>
          <a:lstStyle/>
          <a:p>
            <a:r>
              <a:rPr lang="en-US" dirty="0"/>
              <a:t>Distributed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D9F23-F7EC-B58A-4801-B3D03A3D3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11936"/>
            <a:ext cx="10058400" cy="58460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A distributed system consists of multiple independent computers working together as a unified system.</a:t>
            </a:r>
          </a:p>
          <a:p>
            <a:pPr algn="just"/>
            <a:r>
              <a:rPr lang="en-US" dirty="0"/>
              <a:t>These computers communicate over a network to share resources, perform computations, or provide services.</a:t>
            </a:r>
          </a:p>
          <a:p>
            <a:pPr marL="0" indent="0" algn="just">
              <a:buNone/>
            </a:pPr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Decentralization</a:t>
            </a:r>
            <a:r>
              <a:rPr lang="en-US" dirty="0"/>
              <a:t>: No single point of control; workload is distributed among multiple nodes.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r>
              <a:rPr lang="en-US" dirty="0"/>
              <a:t>: Can handle increasing workloads by adding more machines.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Fault Tolerance</a:t>
            </a:r>
            <a:r>
              <a:rPr lang="en-US" dirty="0"/>
              <a:t>: If one node fails, others can continue functioning, improving system reliability.</a:t>
            </a:r>
          </a:p>
          <a:p>
            <a:pPr marL="0" indent="0" algn="just">
              <a:buNone/>
            </a:pPr>
            <a:r>
              <a:rPr lang="en-US" b="1" dirty="0"/>
              <a:t>Key Components</a:t>
            </a:r>
            <a:r>
              <a:rPr lang="en-US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Nodes</a:t>
            </a:r>
            <a:r>
              <a:rPr lang="en-US" dirty="0"/>
              <a:t>: Individual computing devices participating in the system.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Communication Network</a:t>
            </a:r>
            <a:r>
              <a:rPr lang="en-US" dirty="0"/>
              <a:t>: Connects the nodes for data exchange.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Middleware</a:t>
            </a:r>
            <a:r>
              <a:rPr lang="en-US" dirty="0"/>
              <a:t>: Software layer enabling coordination between distributed resources.</a:t>
            </a:r>
          </a:p>
          <a:p>
            <a:pPr marL="0" indent="0" algn="just">
              <a:buNone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Cloud Computing</a:t>
            </a:r>
            <a:r>
              <a:rPr lang="en-US" dirty="0"/>
              <a:t>: Services like AWS, Google Cloud, and Azure use distributed infrastructure.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Blockchain Networks</a:t>
            </a:r>
            <a:r>
              <a:rPr lang="en-US" dirty="0"/>
              <a:t>: Bitcoin and Ethereum operate on decentralized distributed systems.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Distributed Databases</a:t>
            </a:r>
            <a:r>
              <a:rPr lang="en-US" dirty="0"/>
              <a:t>: Systems like Apache Cassandra and Google Spanner ensure high availability and scalability.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57526-A6AA-ED8F-2D10-BDC89EC4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88E7CD-D310-2C66-DADF-30F4AD355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Why Parallel and Distributed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560C5-F412-B6BF-FD1E-68FA1AA0A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1514" y="200310"/>
            <a:ext cx="7537142" cy="665768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300" b="1" dirty="0"/>
              <a:t>1</a:t>
            </a:r>
            <a:r>
              <a:rPr lang="en-US" sz="1800" b="1" dirty="0"/>
              <a:t>. Performance Enhancement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Traditional sequential processing has limitations in speed and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Parallel and distributed computing enable tasks to be executed simultaneously, reducing computation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Example</a:t>
            </a:r>
            <a:r>
              <a:rPr lang="en-US" sz="1800" dirty="0"/>
              <a:t>: A weather simulation that would take 10 hours on a single CPU can be completed in minutes using parallel processing across multiple processors.</a:t>
            </a:r>
          </a:p>
          <a:p>
            <a:r>
              <a:rPr lang="en-US" sz="1800" b="1" dirty="0"/>
              <a:t>2. Efficient Resource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By distributing workloads across multiple processors or systems, computational resources are used optimally.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Avoids bottlenecks by balancing loads across different machines.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Example</a:t>
            </a:r>
            <a:r>
              <a:rPr lang="en-US" sz="1800" dirty="0"/>
              <a:t>: Cloud computing providers allocate virtual machines dynamically to optimize performance and reduce idle hardware usage.</a:t>
            </a:r>
          </a:p>
          <a:p>
            <a:pPr marL="0" indent="0">
              <a:buNone/>
            </a:pPr>
            <a:r>
              <a:rPr lang="en-US" sz="1800" b="1" dirty="0"/>
              <a:t>3. Scalability for Large-Scale Computations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Parallel and distributed systems can scale horizontally (by adding more machines) or vertically (by increasing processing power).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Handles massive datasets and complex computations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Example</a:t>
            </a:r>
            <a:r>
              <a:rPr lang="en-US" sz="1800" dirty="0"/>
              <a:t>: Google’s search engine processes billions of search queries daily by distributing tasks across thousands of servers worldwide.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65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B3768C-1D21-400E-B059-EFF86063F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-1"/>
            <a:ext cx="1218865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7BCA1-45E6-44B3-B3DA-1F4144DE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6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24391A2-C006-B417-3CB1-34120DC7D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6"/>
            <a:ext cx="3682969" cy="5580353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Why Parallel and Distributed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D2E64-9D33-73E2-3518-6B7351F9F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7362" y="200311"/>
            <a:ext cx="7511294" cy="6657688"/>
          </a:xfrm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/>
              <a:t>4. Fault Tolerance and Reliability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Distributed systems ensure redundancy by replicating data and processing tasks across multiple nodes.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If a node fails, others can take over, minimizing downtime.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Example</a:t>
            </a:r>
            <a:r>
              <a:rPr lang="en-US" sz="2400" dirty="0"/>
              <a:t>: Netflix uses a distributed cloud-based infrastructure to ensure seamless video streaming even if some servers fail.</a:t>
            </a:r>
          </a:p>
          <a:p>
            <a:pPr marL="0" indent="0" algn="just">
              <a:buNone/>
            </a:pPr>
            <a:r>
              <a:rPr lang="en-US" sz="2400" b="1" dirty="0"/>
              <a:t>5. Cost-Effectiveness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Organizations can use distributed computing with commodity hardware instead of expensive supercomputers.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Cloud platforms offer scalable computing resources on-demand, reducing costs.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Example</a:t>
            </a:r>
            <a:r>
              <a:rPr lang="en-US" sz="2400" dirty="0"/>
              <a:t>: A startup can use Amazon Web Services (AWS) to rent computing power instead of investing in costly data centers.</a:t>
            </a:r>
          </a:p>
          <a:p>
            <a:endParaRPr lang="en-US" sz="1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E62FDA-E44C-440D-A3D3-5C188720D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8B45BF8-A8A3-426E-89DE-A44F6E180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47C25B3-5F51-49AB-A886-D555D2F4A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2969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60A3E-5679-E3FA-A41D-B1C22273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Real-World Applications of Parallel and Distributed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868C-B68D-6CAB-4B6B-5FD131498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1514" y="314611"/>
            <a:ext cx="7537142" cy="648656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400" b="1" dirty="0"/>
              <a:t>1. Big Data Processing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The increasing volume of data requires powerful computational methods to process and analyze massive datasets efficiently.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Parallel and distributed computing enable real-time data processing and analytics.</a:t>
            </a:r>
          </a:p>
          <a:p>
            <a:pPr algn="just"/>
            <a:r>
              <a:rPr lang="en-US" sz="2400" b="1" dirty="0"/>
              <a:t>Technologies Used: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Apache Hadoop</a:t>
            </a:r>
            <a:r>
              <a:rPr lang="en-US" sz="2400" dirty="0"/>
              <a:t>: Uses the MapReduce framework to distribute data processing across clusters of computers.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Apache Spark</a:t>
            </a:r>
            <a:r>
              <a:rPr lang="en-US" sz="2400" dirty="0"/>
              <a:t>: Performs in-memory distributed computing for faster data analysis.</a:t>
            </a:r>
          </a:p>
          <a:p>
            <a:pPr algn="just"/>
            <a:r>
              <a:rPr lang="en-US" sz="2400" b="1" dirty="0"/>
              <a:t>Example: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Netflix</a:t>
            </a:r>
            <a:r>
              <a:rPr lang="en-US" sz="2400" dirty="0"/>
              <a:t> uses Hadoop and Spark to analyze user preferences and provide personalized movie recommendations.</a:t>
            </a:r>
          </a:p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955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A1114-09FD-DD4C-C1BC-0F198A007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FB3768C-1D21-400E-B059-EFF86063F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-1"/>
            <a:ext cx="1218865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87BCA1-45E6-44B3-B3DA-1F4144DE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6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669402-5043-A4AC-D58B-D231D919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6"/>
            <a:ext cx="3682969" cy="5580353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Real-World Applications of Parallel and Distributed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C023B-7CD3-1F50-4C26-EFB47A86B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8169" y="200310"/>
            <a:ext cx="7540487" cy="6657689"/>
          </a:xfrm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/>
              <a:t>2</a:t>
            </a:r>
            <a:r>
              <a:rPr lang="en-US" sz="3200" b="1" dirty="0"/>
              <a:t>. </a:t>
            </a:r>
            <a:r>
              <a:rPr lang="en-US" sz="2400" b="1" dirty="0"/>
              <a:t>Artificial Intelligence (AI) and Machine Learning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Training deep learning models requires processing large datasets and performing complex mathematical computations.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GPUs and TPUs (Tensor Processing Units) enable parallel computation, reducing training time.</a:t>
            </a:r>
          </a:p>
          <a:p>
            <a:pPr algn="just"/>
            <a:r>
              <a:rPr lang="en-US" sz="2400" b="1" dirty="0"/>
              <a:t>Technologies Used: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GPUs (CUDA, TensorFlow, </a:t>
            </a:r>
            <a:r>
              <a:rPr lang="en-US" sz="2400" b="1" dirty="0" err="1"/>
              <a:t>PyTorch</a:t>
            </a:r>
            <a:r>
              <a:rPr lang="en-US" sz="2400" b="1" dirty="0"/>
              <a:t>)</a:t>
            </a:r>
            <a:r>
              <a:rPr lang="en-US" sz="2400" dirty="0"/>
              <a:t>: Perform matrix multiplications in parallel.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Distributed Deep Learning</a:t>
            </a:r>
            <a:r>
              <a:rPr lang="en-US" sz="2400" dirty="0"/>
              <a:t>: Frameworks like </a:t>
            </a:r>
            <a:r>
              <a:rPr lang="en-US" sz="2400" dirty="0" err="1"/>
              <a:t>Horovod</a:t>
            </a:r>
            <a:r>
              <a:rPr lang="en-US" sz="2400" dirty="0"/>
              <a:t> and TensorFlow Distributed speed up training across multiple machines.</a:t>
            </a:r>
          </a:p>
          <a:p>
            <a:pPr algn="just"/>
            <a:r>
              <a:rPr lang="en-US" sz="2400" b="1" dirty="0"/>
              <a:t>Example: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OpenAI’s ChatGPT</a:t>
            </a:r>
            <a:r>
              <a:rPr lang="en-US" sz="2400" dirty="0"/>
              <a:t> and Google’s </a:t>
            </a:r>
            <a:r>
              <a:rPr lang="en-US" sz="2400" b="1" dirty="0"/>
              <a:t>DeepMind AlphaGo</a:t>
            </a:r>
            <a:r>
              <a:rPr lang="en-US" sz="2400" dirty="0"/>
              <a:t> use distributed computing to train AI models on massive datasets.</a:t>
            </a:r>
          </a:p>
          <a:p>
            <a:endParaRPr lang="en-US" sz="1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AE62FDA-E44C-440D-A3D3-5C188720D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B45BF8-A8A3-426E-89DE-A44F6E180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47C25B3-5F51-49AB-A886-D555D2F4A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1736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19ECF7-4847-A3F1-A419-BE94B5F3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6"/>
            <a:ext cx="3686312" cy="5528734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Real-World Applications of Parallel and Distributed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6CABD-D9FE-2394-FD49-798DA2634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1514" y="228269"/>
            <a:ext cx="7540486" cy="668687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400" b="1" dirty="0"/>
              <a:t>3. Cloud Computing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Cloud platforms use distributed computing to provide on-demand computing resources.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Users can scale applications dynamically without investing in expensive hardware.</a:t>
            </a:r>
          </a:p>
          <a:p>
            <a:pPr algn="just"/>
            <a:r>
              <a:rPr lang="en-US" sz="2400" b="1" dirty="0"/>
              <a:t>Cloud Service Providers: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Amazon Web Services (AWS)</a:t>
            </a:r>
            <a:r>
              <a:rPr lang="en-US" sz="2400" dirty="0"/>
              <a:t>: Offers computing power (EC2), storage (S3), and databases.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Google Cloud Platform (GCP)</a:t>
            </a:r>
            <a:r>
              <a:rPr lang="en-US" sz="2400" dirty="0"/>
              <a:t>: Provides AI and machine learning services.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Microsoft Azure</a:t>
            </a:r>
            <a:r>
              <a:rPr lang="en-US" sz="2400" dirty="0"/>
              <a:t>: Supports virtual machines and enterprise applications.</a:t>
            </a:r>
          </a:p>
          <a:p>
            <a:pPr algn="just"/>
            <a:r>
              <a:rPr lang="en-US" sz="2400" b="1" dirty="0"/>
              <a:t>Example: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Instagram, Dropbox, and Spotify</a:t>
            </a:r>
            <a:r>
              <a:rPr lang="en-US" sz="2400" dirty="0"/>
              <a:t> use cloud computing to store and process massive amounts of user data across multiple servers.</a:t>
            </a:r>
          </a:p>
          <a:p>
            <a:endParaRPr lang="en-US" sz="19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4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3F9E4-B431-02A1-7262-7CB66B4D3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0047" y="0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800" dirty="0"/>
              <a:t>Parallel and Distributed Computing in AI</a:t>
            </a:r>
          </a:p>
        </p:txBody>
      </p:sp>
      <p:pic>
        <p:nvPicPr>
          <p:cNvPr id="5" name="Picture 4" descr="Glowing circuit board">
            <a:extLst>
              <a:ext uri="{FF2B5EF4-FFF2-40B4-BE49-F238E27FC236}">
                <a16:creationId xmlns:a16="http://schemas.microsoft.com/office/drawing/2014/main" id="{5B85B523-C3DB-1DAC-54D6-456E388FC5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692" r="28080" b="-1"/>
          <a:stretch/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943E0-630F-E988-19E3-9089836DA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1638537"/>
            <a:ext cx="6888816" cy="504834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600" dirty="0"/>
              <a:t>Artificial Intelligence (AI) requires enormous computational power to train deep learning models and process vast amounts of data. Parallel and distributed computing enable efficient AI training, optimization, and real-time inference.</a:t>
            </a:r>
          </a:p>
          <a:p>
            <a:pPr marL="0" indent="0" algn="just">
              <a:buNone/>
            </a:pPr>
            <a:r>
              <a:rPr lang="en-US" sz="2200" b="1" dirty="0"/>
              <a:t>1. Why AI Needs Parallel and Distributed Computing?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Massive Data Processing</a:t>
            </a:r>
            <a:r>
              <a:rPr lang="en-US" sz="2200" dirty="0"/>
              <a:t>: AI models require large datasets (e.g., ImageNet, GPT datasets).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Computational Intensity</a:t>
            </a:r>
            <a:r>
              <a:rPr lang="en-US" sz="2200" dirty="0"/>
              <a:t>: Deep learning involves billions of mathematical operations.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200" b="1" dirty="0"/>
              <a:t>Real-Time Inference</a:t>
            </a:r>
            <a:r>
              <a:rPr lang="en-US" sz="2200" dirty="0"/>
              <a:t>: AI applications like autonomous vehicles and facial recognition require fast decision-making.</a:t>
            </a:r>
          </a:p>
          <a:p>
            <a:pPr algn="just"/>
            <a:endParaRPr lang="en-US" sz="18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8095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30A27-D88F-CE59-73FC-B9721892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5562-7B27-FA08-5AFB-D7E1A369F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0047" y="0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800" dirty="0"/>
              <a:t>Parallel and Distributed Computing in AI</a:t>
            </a:r>
          </a:p>
        </p:txBody>
      </p:sp>
      <p:pic>
        <p:nvPicPr>
          <p:cNvPr id="5" name="Picture 4" descr="Glowing circuit board">
            <a:extLst>
              <a:ext uri="{FF2B5EF4-FFF2-40B4-BE49-F238E27FC236}">
                <a16:creationId xmlns:a16="http://schemas.microsoft.com/office/drawing/2014/main" id="{EC20D6B2-8B47-3835-5241-3847ED633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92" r="28080" b="-1"/>
          <a:stretch/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5BD73-9FE4-0826-FD80-BAFFDE58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1533144"/>
            <a:ext cx="7050442" cy="5248656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2400" b="1" dirty="0"/>
              <a:t>2. Training Deep Learning Models with Parallel Computing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Training AI models involves performing millions of matrix multiplications.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GPUs (Graphics Processing Units) and TPUs (Tensor Processing Units) execute these operations in parallel.</a:t>
            </a:r>
          </a:p>
          <a:p>
            <a:pPr algn="just"/>
            <a:r>
              <a:rPr lang="en-US" sz="2400" b="1" dirty="0"/>
              <a:t>Key Technologies: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CUDA (Compute Unified Device Architecture)</a:t>
            </a:r>
            <a:r>
              <a:rPr lang="en-US" sz="2400" dirty="0"/>
              <a:t>: Enables GPU acceleration for AI tasks.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TensorFlow and </a:t>
            </a:r>
            <a:r>
              <a:rPr lang="en-US" sz="2400" b="1" dirty="0" err="1"/>
              <a:t>PyTorch</a:t>
            </a:r>
            <a:r>
              <a:rPr lang="en-US" sz="2400" dirty="0"/>
              <a:t>: Use multi-core processing for deep learning.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NVIDIA Tensor Cores</a:t>
            </a:r>
            <a:r>
              <a:rPr lang="en-US" sz="2400" dirty="0"/>
              <a:t>: Optimize AI computations for faster training.</a:t>
            </a:r>
          </a:p>
          <a:p>
            <a:pPr algn="just"/>
            <a:r>
              <a:rPr lang="en-US" sz="2400" b="1" dirty="0"/>
              <a:t>Example: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Google’s AlphaGo</a:t>
            </a:r>
            <a:r>
              <a:rPr lang="en-US" sz="2400" dirty="0"/>
              <a:t> used parallel computing with TPUs to train its reinforcement learning model.</a:t>
            </a:r>
          </a:p>
        </p:txBody>
      </p:sp>
    </p:spTree>
    <p:extLst>
      <p:ext uri="{BB962C8B-B14F-4D97-AF65-F5344CB8AC3E}">
        <p14:creationId xmlns:p14="http://schemas.microsoft.com/office/powerpoint/2010/main" val="3566856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C7D71-F77E-7FA8-1DE6-4F6FFF1FB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8AD8-7B73-AF5C-A496-D3CF754C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0047" y="0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800" dirty="0"/>
              <a:t>Parallel and Distributed Computing in AI</a:t>
            </a:r>
          </a:p>
        </p:txBody>
      </p:sp>
      <p:pic>
        <p:nvPicPr>
          <p:cNvPr id="5" name="Picture 4" descr="Glowing circuit board">
            <a:extLst>
              <a:ext uri="{FF2B5EF4-FFF2-40B4-BE49-F238E27FC236}">
                <a16:creationId xmlns:a16="http://schemas.microsoft.com/office/drawing/2014/main" id="{55AE6A23-AD0E-51A4-6EE1-2CCB2E3B29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92" r="28080" b="-1"/>
          <a:stretch/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11985-39BC-3D20-6B40-3E15DFC1C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1609344"/>
            <a:ext cx="7050442" cy="51724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/>
              <a:t>3. AI in Edge and IoT Devices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AI models can be optimized for edge devices (smartphones, IoT sensors).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Edge AI reduces reliance on cloud computing by processing data locally.</a:t>
            </a:r>
          </a:p>
          <a:p>
            <a:pPr algn="just"/>
            <a:r>
              <a:rPr lang="en-US" sz="2400" b="1" dirty="0"/>
              <a:t>Example:</a:t>
            </a: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Tesla’s Autopilot</a:t>
            </a:r>
            <a:r>
              <a:rPr lang="en-US" sz="2400" dirty="0"/>
              <a:t> uses parallel processing in AI chips for real-time driving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617066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CE945-0BA4-DBA3-CEF5-4432FB15C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3AF35CD-DA30-4E34-B0F3-32C27766D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1EE18-6AAD-F717-F851-C861A1F78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6350" y="484632"/>
            <a:ext cx="3544035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200" dirty="0"/>
              <a:t>Tools for Parallel and Distributed Computing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F267BE-AB24-56F4-5AF1-000CD4770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3" y="484631"/>
            <a:ext cx="7612444" cy="47370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B052D-9352-90A3-4B9B-BB451AACD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351" y="2121408"/>
            <a:ext cx="3544034" cy="4050792"/>
          </a:xfrm>
        </p:spPr>
        <p:txBody>
          <a:bodyPr>
            <a:normAutofit/>
          </a:bodyPr>
          <a:lstStyle/>
          <a:p>
            <a:pPr algn="just"/>
            <a:r>
              <a:rPr lang="en-US" sz="1600" dirty="0"/>
              <a:t>Parallel and distributed computing rely on specialized tools and frameworks to manage computations efficiently. These tools enable developers to optimize performance, handle large-scale data, and coordinate distributed tasks.</a:t>
            </a:r>
          </a:p>
          <a:p>
            <a:pPr algn="just"/>
            <a:r>
              <a:rPr lang="en-US" sz="1600" dirty="0"/>
              <a:t>Several tools and frameworks are commonly used in parallel and distributed computing. Each tool serves a different purpose, from GPU acceleration to large-scale distributed processing.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CFC42DC-2C46-47C4-BC61-530557385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4B91A37-AA1F-4966-8ACF-93023547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7B17AC5-0931-432F-9A4A-DDCFAA010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409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26B91-5984-9BAD-5C81-AAB05E9E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60581"/>
            <a:ext cx="10058400" cy="1609344"/>
          </a:xfrm>
        </p:spPr>
        <p:txBody>
          <a:bodyPr/>
          <a:lstStyle/>
          <a:p>
            <a:r>
              <a:rPr lang="en-US" dirty="0"/>
              <a:t>Key Differences Between the Tools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A8385B-9F55-8BF2-5030-E46C1BECB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339" y="1429294"/>
            <a:ext cx="10823319" cy="4658685"/>
          </a:xfrm>
        </p:spPr>
      </p:pic>
    </p:spTree>
    <p:extLst>
      <p:ext uri="{BB962C8B-B14F-4D97-AF65-F5344CB8AC3E}">
        <p14:creationId xmlns:p14="http://schemas.microsoft.com/office/powerpoint/2010/main" val="910905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FF9A-14DF-8059-DAFE-0B8EF2F0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Each Tool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1E0F5FE-CFD4-AFC2-6BAF-3EAB6CA221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9848" y="1913457"/>
            <a:ext cx="1039990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Best for AI, deep learning, and GPU-accelerated computations.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Best for large-scale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simulations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scientific research.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OpenMP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Best for multi-threaded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CPU-based parallel 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Hadoop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Ideal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big data storage and batch 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Suitable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analytics and big data workflows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Ideal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 training, reinforcement learning, and distributed Python workloads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12080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A313B03-D361-4EC9-AF52-0B3C1C92C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E79CB85-A08A-4579-86F6-A8AA9755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6C61C9C-364D-4CB6-B9D1-1A6F50F6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9FBC8E-8666-4442-8D7D-B250510CD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84" y="2005"/>
            <a:ext cx="10908632" cy="6853991"/>
          </a:xfrm>
          <a:custGeom>
            <a:avLst/>
            <a:gdLst>
              <a:gd name="connsiteX0" fmla="*/ 9059740 w 10908632"/>
              <a:gd name="connsiteY0" fmla="*/ 0 h 6853991"/>
              <a:gd name="connsiteX1" fmla="*/ 9694921 w 10908632"/>
              <a:gd name="connsiteY1" fmla="*/ 0 h 6853991"/>
              <a:gd name="connsiteX2" fmla="*/ 9825053 w 10908632"/>
              <a:gd name="connsiteY2" fmla="*/ 165594 h 6853991"/>
              <a:gd name="connsiteX3" fmla="*/ 10908632 w 10908632"/>
              <a:gd name="connsiteY3" fmla="*/ 3429000 h 6853991"/>
              <a:gd name="connsiteX4" fmla="*/ 9825053 w 10908632"/>
              <a:gd name="connsiteY4" fmla="*/ 6692406 h 6853991"/>
              <a:gd name="connsiteX5" fmla="*/ 9698072 w 10908632"/>
              <a:gd name="connsiteY5" fmla="*/ 6853991 h 6853991"/>
              <a:gd name="connsiteX6" fmla="*/ 9063562 w 10908632"/>
              <a:gd name="connsiteY6" fmla="*/ 6853991 h 6853991"/>
              <a:gd name="connsiteX7" fmla="*/ 9138428 w 10908632"/>
              <a:gd name="connsiteY7" fmla="*/ 6775466 h 6853991"/>
              <a:gd name="connsiteX8" fmla="*/ 10431379 w 10908632"/>
              <a:gd name="connsiteY8" fmla="*/ 3429000 h 6853991"/>
              <a:gd name="connsiteX9" fmla="*/ 9138428 w 10908632"/>
              <a:gd name="connsiteY9" fmla="*/ 82534 h 6853991"/>
              <a:gd name="connsiteX10" fmla="*/ 2037821 w 10908632"/>
              <a:gd name="connsiteY10" fmla="*/ 0 h 6853991"/>
              <a:gd name="connsiteX11" fmla="*/ 8870811 w 10908632"/>
              <a:gd name="connsiteY11" fmla="*/ 0 h 6853991"/>
              <a:gd name="connsiteX12" fmla="*/ 8877212 w 10908632"/>
              <a:gd name="connsiteY12" fmla="*/ 6103 h 6853991"/>
              <a:gd name="connsiteX13" fmla="*/ 10295021 w 10908632"/>
              <a:gd name="connsiteY13" fmla="*/ 3429000 h 6853991"/>
              <a:gd name="connsiteX14" fmla="*/ 8877212 w 10908632"/>
              <a:gd name="connsiteY14" fmla="*/ 6851897 h 6853991"/>
              <a:gd name="connsiteX15" fmla="*/ 8875015 w 10908632"/>
              <a:gd name="connsiteY15" fmla="*/ 6853991 h 6853991"/>
              <a:gd name="connsiteX16" fmla="*/ 2033617 w 10908632"/>
              <a:gd name="connsiteY16" fmla="*/ 6853991 h 6853991"/>
              <a:gd name="connsiteX17" fmla="*/ 2031421 w 10908632"/>
              <a:gd name="connsiteY17" fmla="*/ 6851897 h 6853991"/>
              <a:gd name="connsiteX18" fmla="*/ 613611 w 10908632"/>
              <a:gd name="connsiteY18" fmla="*/ 3429000 h 6853991"/>
              <a:gd name="connsiteX19" fmla="*/ 2031420 w 10908632"/>
              <a:gd name="connsiteY19" fmla="*/ 6103 h 6853991"/>
              <a:gd name="connsiteX20" fmla="*/ 1213711 w 10908632"/>
              <a:gd name="connsiteY20" fmla="*/ 0 h 6853991"/>
              <a:gd name="connsiteX21" fmla="*/ 1848893 w 10908632"/>
              <a:gd name="connsiteY21" fmla="*/ 0 h 6853991"/>
              <a:gd name="connsiteX22" fmla="*/ 1770204 w 10908632"/>
              <a:gd name="connsiteY22" fmla="*/ 82534 h 6853991"/>
              <a:gd name="connsiteX23" fmla="*/ 477253 w 10908632"/>
              <a:gd name="connsiteY23" fmla="*/ 3429000 h 6853991"/>
              <a:gd name="connsiteX24" fmla="*/ 1770204 w 10908632"/>
              <a:gd name="connsiteY24" fmla="*/ 6775466 h 6853991"/>
              <a:gd name="connsiteX25" fmla="*/ 1845071 w 10908632"/>
              <a:gd name="connsiteY25" fmla="*/ 6853991 h 6853991"/>
              <a:gd name="connsiteX26" fmla="*/ 1210561 w 10908632"/>
              <a:gd name="connsiteY26" fmla="*/ 6853991 h 6853991"/>
              <a:gd name="connsiteX27" fmla="*/ 1083579 w 10908632"/>
              <a:gd name="connsiteY27" fmla="*/ 6692406 h 6853991"/>
              <a:gd name="connsiteX28" fmla="*/ 0 w 10908632"/>
              <a:gd name="connsiteY28" fmla="*/ 3429000 h 6853991"/>
              <a:gd name="connsiteX29" fmla="*/ 1083579 w 10908632"/>
              <a:gd name="connsiteY29" fmla="*/ 165594 h 685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908632" h="6853991">
                <a:moveTo>
                  <a:pt x="9059740" y="0"/>
                </a:moveTo>
                <a:lnTo>
                  <a:pt x="9694921" y="0"/>
                </a:lnTo>
                <a:lnTo>
                  <a:pt x="9825053" y="165594"/>
                </a:lnTo>
                <a:cubicBezTo>
                  <a:pt x="10505610" y="1075607"/>
                  <a:pt x="10908632" y="2205238"/>
                  <a:pt x="10908632" y="3429000"/>
                </a:cubicBezTo>
                <a:cubicBezTo>
                  <a:pt x="10908632" y="4652762"/>
                  <a:pt x="10505610" y="5782393"/>
                  <a:pt x="9825053" y="6692406"/>
                </a:cubicBezTo>
                <a:lnTo>
                  <a:pt x="9698072" y="6853991"/>
                </a:lnTo>
                <a:lnTo>
                  <a:pt x="9063562" y="6853991"/>
                </a:lnTo>
                <a:lnTo>
                  <a:pt x="9138428" y="6775466"/>
                </a:lnTo>
                <a:cubicBezTo>
                  <a:pt x="9941761" y="5891604"/>
                  <a:pt x="10431379" y="4717480"/>
                  <a:pt x="10431379" y="3429000"/>
                </a:cubicBezTo>
                <a:cubicBezTo>
                  <a:pt x="10431379" y="2140521"/>
                  <a:pt x="9941761" y="966397"/>
                  <a:pt x="9138428" y="82534"/>
                </a:cubicBezTo>
                <a:close/>
                <a:moveTo>
                  <a:pt x="2037821" y="0"/>
                </a:moveTo>
                <a:lnTo>
                  <a:pt x="8870811" y="0"/>
                </a:lnTo>
                <a:lnTo>
                  <a:pt x="8877212" y="6103"/>
                </a:lnTo>
                <a:cubicBezTo>
                  <a:pt x="9753207" y="882099"/>
                  <a:pt x="10295021" y="2092275"/>
                  <a:pt x="10295021" y="3429000"/>
                </a:cubicBezTo>
                <a:cubicBezTo>
                  <a:pt x="10295021" y="4765725"/>
                  <a:pt x="9753207" y="5975902"/>
                  <a:pt x="8877212" y="6851897"/>
                </a:cubicBezTo>
                <a:lnTo>
                  <a:pt x="8875015" y="6853991"/>
                </a:lnTo>
                <a:lnTo>
                  <a:pt x="2033617" y="6853991"/>
                </a:lnTo>
                <a:lnTo>
                  <a:pt x="2031421" y="6851897"/>
                </a:lnTo>
                <a:cubicBezTo>
                  <a:pt x="1155426" y="5975902"/>
                  <a:pt x="613611" y="4765725"/>
                  <a:pt x="613611" y="3429000"/>
                </a:cubicBezTo>
                <a:cubicBezTo>
                  <a:pt x="613611" y="2092275"/>
                  <a:pt x="1155425" y="882099"/>
                  <a:pt x="2031420" y="6103"/>
                </a:cubicBezTo>
                <a:close/>
                <a:moveTo>
                  <a:pt x="1213711" y="0"/>
                </a:moveTo>
                <a:lnTo>
                  <a:pt x="1848893" y="0"/>
                </a:lnTo>
                <a:lnTo>
                  <a:pt x="1770204" y="82534"/>
                </a:lnTo>
                <a:cubicBezTo>
                  <a:pt x="966871" y="966397"/>
                  <a:pt x="477253" y="2140521"/>
                  <a:pt x="477253" y="3429000"/>
                </a:cubicBezTo>
                <a:cubicBezTo>
                  <a:pt x="477253" y="4717480"/>
                  <a:pt x="966872" y="5891604"/>
                  <a:pt x="1770204" y="6775466"/>
                </a:cubicBezTo>
                <a:lnTo>
                  <a:pt x="1845071" y="6853991"/>
                </a:lnTo>
                <a:lnTo>
                  <a:pt x="1210561" y="6853991"/>
                </a:lnTo>
                <a:lnTo>
                  <a:pt x="1083579" y="6692406"/>
                </a:lnTo>
                <a:cubicBezTo>
                  <a:pt x="403022" y="5782393"/>
                  <a:pt x="0" y="4652762"/>
                  <a:pt x="0" y="3429000"/>
                </a:cubicBezTo>
                <a:cubicBezTo>
                  <a:pt x="0" y="2205238"/>
                  <a:pt x="403022" y="1075607"/>
                  <a:pt x="1083579" y="16559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ED9C6-2D5E-1830-6AB2-9E89610AE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7583" y="-56119"/>
            <a:ext cx="8428382" cy="697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45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133</TotalTime>
  <Words>1549</Words>
  <Application>Microsoft Office PowerPoint</Application>
  <PresentationFormat>Widescreen</PresentationFormat>
  <Paragraphs>150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Parallel and Distributed Computing Lecture # 1</vt:lpstr>
      <vt:lpstr>Introduction to Parallel and Distributed Computing</vt:lpstr>
      <vt:lpstr>Key Concepts </vt:lpstr>
      <vt:lpstr>Concurrency vs. Parallelism </vt:lpstr>
      <vt:lpstr>Concurrency vs. Parallelism</vt:lpstr>
      <vt:lpstr>Distributed Systems</vt:lpstr>
      <vt:lpstr>Why Parallel and Distributed Computing?</vt:lpstr>
      <vt:lpstr>Why Parallel and Distributed Computing?</vt:lpstr>
      <vt:lpstr>Real-World Applications of Parallel and Distributed Computing</vt:lpstr>
      <vt:lpstr>Real-World Applications of Parallel and Distributed Computing</vt:lpstr>
      <vt:lpstr>Real-World Applications of Parallel and Distributed Computing</vt:lpstr>
      <vt:lpstr>Parallel and Distributed Computing in AI</vt:lpstr>
      <vt:lpstr>Parallel and Distributed Computing in AI</vt:lpstr>
      <vt:lpstr>Parallel and Distributed Computing in AI</vt:lpstr>
      <vt:lpstr>Tools for Parallel and Distributed Computing</vt:lpstr>
      <vt:lpstr>Key Differences Between the Tools</vt:lpstr>
      <vt:lpstr>When to Use Each Tool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Akbar. Siddiqui</dc:creator>
  <cp:lastModifiedBy>Ali Akbar</cp:lastModifiedBy>
  <cp:revision>1</cp:revision>
  <dcterms:created xsi:type="dcterms:W3CDTF">2025-02-20T03:22:01Z</dcterms:created>
  <dcterms:modified xsi:type="dcterms:W3CDTF">2025-02-24T19:54:38Z</dcterms:modified>
</cp:coreProperties>
</file>