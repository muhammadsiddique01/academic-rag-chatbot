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  <p:sldMasterId id="2147483651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2" roundtripDataSignature="AMtx7mjaCDcH1GXrhMnXuxIwH00RrBgb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2" Type="http://customschemas.google.com/relationships/presentationmetadata" Target="meta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 Slide layout">
  <p:cSld name="Cover Slide layou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genda Layout">
  <p:cSld name="Agenda Layou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Break Layout">
  <p:cSld name="Section Break Layou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2" type="body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genda Layout">
  <p:cSld name="Agenda Layou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asic Layout">
  <p:cSld name="Basic Layout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Basic Layout">
  <p:cSld name="2_Basic Layou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Basic Layout">
  <p:cSld name="1_Basic Layou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Basic Layout">
  <p:cSld name="3_Basic Layou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6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6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6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6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s and Contents Layout">
  <p:cSld name="Images and Contents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0" spcFirstLastPara="1" rIns="91425" wrap="square" tIns="45700">
            <a:noAutofit/>
          </a:bodyPr>
          <a:lstStyle>
            <a:lvl1pPr lvl="0" marR="0" rtl="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Images and Contents Layout">
  <p:cSld name="1_Images and Contents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9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9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0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0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Images and Contents Layout">
  <p:cSld name="3_Images and Contents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1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1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1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1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Images and Contents Layout">
  <p:cSld name="4_Images and Contents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6" name="Google Shape;6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2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con sets layout">
  <p:cSld name="icon sets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0" name="Google Shape;70;p23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71" name="Google Shape;71;p2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3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78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3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5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7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1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 amt="13000"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1" type="body"/>
          </p:nvPr>
        </p:nvSpPr>
        <p:spPr>
          <a:xfrm>
            <a:off x="4014" y="1995686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Unit 8.2 – Routine Requests &amp; Claims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"/>
          <p:cNvSpPr txBox="1"/>
          <p:nvPr>
            <p:ph idx="2" type="body"/>
          </p:nvPr>
        </p:nvSpPr>
        <p:spPr>
          <a:xfrm>
            <a:off x="4014" y="3939902"/>
            <a:ext cx="9144000" cy="504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COMMUNICATION SKILLS</a:t>
            </a:r>
            <a:endParaRPr/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75974" y="699542"/>
            <a:ext cx="8744498" cy="630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Routine Request/Inquiry of Information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Opening:  Begin directly with the objective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Ask a specific question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Make a general request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Body:     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ive the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ecessary explanation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Number the information/query to make it stand out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Closing:    End with a goodwill note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State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ppropriate remarks about the case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 Refer to page 226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8 (Thill &amp; Bovee, 2013)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75974" y="699542"/>
            <a:ext cx="8744498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Claims and Requesting Adjustment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Opening: Be direct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Address the problem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Body:     Explain the problem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Give details/Provide backup information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Request specific action/ Ask what can be done about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Closing:  End positively on a friendly but firm note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 Refer to page 230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8 (Thill &amp; Bovee, 2013)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/>
        </p:nvSpPr>
        <p:spPr>
          <a:xfrm>
            <a:off x="75974" y="699542"/>
            <a:ext cx="8168434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Communication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ed.). USA: Pearson.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