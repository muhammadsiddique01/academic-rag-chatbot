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 id="2147483655" r:id="rId6"/>
  </p:sldMasterIdLst>
  <p:notesMasterIdLst>
    <p:notesMasterId r:id="rId7"/>
  </p:notesMasterIdLst>
  <p:sldIdLst>
    <p:sldId id="256" r:id="rId8"/>
    <p:sldId id="257" r:id="rId9"/>
    <p:sldId id="258" r:id="rId10"/>
    <p:sldId id="259" r:id="rId11"/>
    <p:sldId id="260" r:id="rId12"/>
    <p:sldId id="261" r:id="rId13"/>
    <p:sldId id="262" r:id="rId14"/>
  </p:sldIdLst>
  <p:sldSz cy="5143500" cx="9144000"/>
  <p:notesSz cx="6858000" cy="9144000"/>
  <p:embeddedFontLst>
    <p:embeddedFont>
      <p:font typeface="Belleza"/>
      <p:regular r:id="rId15"/>
    </p:embeddedFont>
    <p:embeddedFont>
      <p:font typeface="Helvetica Neue"/>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0" roundtripDataSignature="AMtx7mj9oJuatpKj/wXhYLbu+mCP/atJ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15" Type="http://schemas.openxmlformats.org/officeDocument/2006/relationships/font" Target="fonts/Belleza-regular.fntdata"/><Relationship Id="rId14" Type="http://schemas.openxmlformats.org/officeDocument/2006/relationships/slide" Target="slides/slide7.xml"/><Relationship Id="rId17" Type="http://schemas.openxmlformats.org/officeDocument/2006/relationships/font" Target="fonts/HelveticaNeue-bold.fntdata"/><Relationship Id="rId16" Type="http://schemas.openxmlformats.org/officeDocument/2006/relationships/font" Target="fonts/HelveticaNeue-regular.fntdata"/><Relationship Id="rId5" Type="http://schemas.openxmlformats.org/officeDocument/2006/relationships/slideMaster" Target="slideMasters/slideMaster2.xml"/><Relationship Id="rId19" Type="http://schemas.openxmlformats.org/officeDocument/2006/relationships/font" Target="fonts/HelveticaNeue-boldItalic.fntdata"/><Relationship Id="rId6" Type="http://schemas.openxmlformats.org/officeDocument/2006/relationships/slideMaster" Target="slideMasters/slideMaster3.xml"/><Relationship Id="rId18" Type="http://schemas.openxmlformats.org/officeDocument/2006/relationships/font" Target="fonts/HelveticaNeue-italic.fntdata"/><Relationship Id="rId7" Type="http://schemas.openxmlformats.org/officeDocument/2006/relationships/notesMaster" Target="notesMasters/notesMaster1.xml"/><Relationship Id="rId8"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97" name="Google Shape;9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SzPts val="1400"/>
              <a:buNone/>
            </a:pPr>
            <a:r>
              <a:t/>
            </a:r>
            <a:endParaRPr/>
          </a:p>
        </p:txBody>
      </p:sp>
      <p:sp>
        <p:nvSpPr>
          <p:cNvPr id="98" name="Google Shape;9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3" name="Google Shape;10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 name="Google Shape;10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 name="Google Shape;11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 name="Google Shape;11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24" name="Google Shape;12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latin typeface="Arial"/>
                <a:ea typeface="Arial"/>
                <a:cs typeface="Arial"/>
                <a:sym typeface="Arial"/>
              </a:rPr>
              <a:t>There are many rules for following APA format, and the facilitator should stress that it is nearly impossible to memorize them all. Students’ best course of action is to utilize the official APA handbook or the APA section in an updated composition textbook as guides for properly using the documentation format.  Since the American Psychological Association, a professional group of behavioral and social science professors and instructors, periodically updates the guide, students should be certain that they are using the most current information possible. </a:t>
            </a:r>
            <a:endParaRPr/>
          </a:p>
          <a:p>
            <a:pPr indent="0" lvl="0" marL="0" rtl="0" algn="l">
              <a:lnSpc>
                <a:spcPct val="100000"/>
              </a:lnSpc>
              <a:spcBef>
                <a:spcPts val="0"/>
              </a:spcBef>
              <a:spcAft>
                <a:spcPts val="0"/>
              </a:spcAft>
              <a:buSzPts val="1400"/>
              <a:buNone/>
            </a:pPr>
            <a:r>
              <a:t/>
            </a:r>
            <a:endParaRPr>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There are other resources for finding current information on APA documentation style. The APA web site offers some limited information about recent format changes, especially regarding the documentation of electronic sources. The Purdue University Writing Lab has a page on APA formatting and documentation style on its website: https://owl.purdue.edu/owl/research_and_citation/apa7_style/apa_formatting_and_style_guide/general_format.html</a:t>
            </a:r>
            <a:br>
              <a:rPr lang="en-US">
                <a:latin typeface="Arial"/>
                <a:ea typeface="Arial"/>
                <a:cs typeface="Arial"/>
                <a:sym typeface="Arial"/>
              </a:rPr>
            </a:br>
            <a:endParaRPr>
              <a:latin typeface="Arial"/>
              <a:ea typeface="Arial"/>
              <a:cs typeface="Arial"/>
              <a:sym typeface="Arial"/>
            </a:endParaRPr>
          </a:p>
          <a:p>
            <a:pPr indent="0" lvl="0" marL="0" rtl="0" algn="l">
              <a:lnSpc>
                <a:spcPct val="100000"/>
              </a:lnSpc>
              <a:spcBef>
                <a:spcPts val="0"/>
              </a:spcBef>
              <a:spcAft>
                <a:spcPts val="0"/>
              </a:spcAft>
              <a:buSzPts val="1400"/>
              <a:buNone/>
            </a:pPr>
            <a:r>
              <a:rPr lang="en-US">
                <a:latin typeface="Arial"/>
                <a:ea typeface="Arial"/>
                <a:cs typeface="Arial"/>
                <a:sym typeface="Arial"/>
              </a:rPr>
              <a:t>For quick questions on APA format, students can also call the Writing Lab Grammar Hotline at 494-3723.</a:t>
            </a:r>
            <a:endParaRPr/>
          </a:p>
        </p:txBody>
      </p:sp>
      <p:sp>
        <p:nvSpPr>
          <p:cNvPr id="125" name="Google Shape;12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SzPts val="1200"/>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solidFill>
          <a:schemeClr val="lt1"/>
        </a:solidFill>
      </p:bgPr>
    </p:bg>
    <p:spTree>
      <p:nvGrpSpPr>
        <p:cNvPr id="13" name="Shape 13"/>
        <p:cNvGrpSpPr/>
        <p:nvPr/>
      </p:nvGrpSpPr>
      <p:grpSpPr>
        <a:xfrm>
          <a:off x="0" y="0"/>
          <a:ext cx="0" cy="0"/>
          <a:chOff x="0" y="0"/>
          <a:chExt cx="0" cy="0"/>
        </a:xfrm>
      </p:grpSpPr>
      <p:sp>
        <p:nvSpPr>
          <p:cNvPr id="14" name="Google Shape;14;p9"/>
          <p:cNvSpPr txBox="1"/>
          <p:nvPr>
            <p:ph idx="1" type="body"/>
          </p:nvPr>
        </p:nvSpPr>
        <p:spPr>
          <a:xfrm>
            <a:off x="0" y="3705210"/>
            <a:ext cx="9144000" cy="522725"/>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1"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 name="Google Shape;15;p9"/>
          <p:cNvSpPr txBox="1"/>
          <p:nvPr>
            <p:ph idx="2" type="body"/>
          </p:nvPr>
        </p:nvSpPr>
        <p:spPr>
          <a:xfrm>
            <a:off x="-148" y="4227934"/>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1"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12"/>
          <p:cNvSpPr/>
          <p:nvPr/>
        </p:nvSpPr>
        <p:spPr>
          <a:xfrm>
            <a:off x="2699644" y="699542"/>
            <a:ext cx="3744416" cy="3744416"/>
          </a:xfrm>
          <a:prstGeom prst="ellipse">
            <a:avLst/>
          </a:prstGeom>
          <a:solidFill>
            <a:srgbClr val="17365D">
              <a:alpha val="7647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18" name="Google Shape;18;p12"/>
          <p:cNvSpPr txBox="1"/>
          <p:nvPr>
            <p:ph idx="1" type="body"/>
          </p:nvPr>
        </p:nvSpPr>
        <p:spPr>
          <a:xfrm>
            <a:off x="2699792" y="2181230"/>
            <a:ext cx="3744416" cy="57606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chemeClr val="lt1"/>
              </a:buClr>
              <a:buSzPts val="3600"/>
              <a:buFont typeface="Arial"/>
              <a:buNone/>
              <a:defRPr b="1" i="0" sz="3600" u="none" cap="none" strike="noStrike">
                <a:solidFill>
                  <a:schemeClr val="lt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9" name="Google Shape;19;p12"/>
          <p:cNvSpPr txBox="1"/>
          <p:nvPr>
            <p:ph idx="2" type="body"/>
          </p:nvPr>
        </p:nvSpPr>
        <p:spPr>
          <a:xfrm>
            <a:off x="2699644" y="2757294"/>
            <a:ext cx="3744416"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chemeClr val="lt1"/>
              </a:buClr>
              <a:buSzPts val="1400"/>
              <a:buFont typeface="Arial"/>
              <a:buNone/>
              <a:defRPr b="0" i="0" sz="1400" u="none" cap="none" strike="noStrike">
                <a:solidFill>
                  <a:schemeClr val="lt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p11"/>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6" name="Google Shape;26;p11"/>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27" name="Google Shape;27;p11"/>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cu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Break Layout">
  <p:cSld name="Section Break Layout">
    <p:bg>
      <p:bgPr>
        <a:solidFill>
          <a:schemeClr val="lt1"/>
        </a:solidFill>
      </p:bgPr>
    </p:bg>
    <p:spTree>
      <p:nvGrpSpPr>
        <p:cNvPr id="28" name="Shape 28"/>
        <p:cNvGrpSpPr/>
        <p:nvPr/>
      </p:nvGrpSpPr>
      <p:grpSpPr>
        <a:xfrm>
          <a:off x="0" y="0"/>
          <a:ext cx="0" cy="0"/>
          <a:chOff x="0" y="0"/>
          <a:chExt cx="0" cy="0"/>
        </a:xfrm>
      </p:grpSpPr>
      <p:sp>
        <p:nvSpPr>
          <p:cNvPr id="29" name="Google Shape;29;p13"/>
          <p:cNvSpPr txBox="1"/>
          <p:nvPr>
            <p:ph idx="1" type="body"/>
          </p:nvPr>
        </p:nvSpPr>
        <p:spPr>
          <a:xfrm>
            <a:off x="4572000" y="2253238"/>
            <a:ext cx="4572000" cy="473576"/>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0" name="Google Shape;30;p13"/>
          <p:cNvSpPr txBox="1"/>
          <p:nvPr>
            <p:ph idx="2" type="body"/>
          </p:nvPr>
        </p:nvSpPr>
        <p:spPr>
          <a:xfrm>
            <a:off x="4572000" y="2726814"/>
            <a:ext cx="4572000" cy="28803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and Content">
  <p:cSld name="6_Title and Content">
    <p:spTree>
      <p:nvGrpSpPr>
        <p:cNvPr id="31" name="Shape 31"/>
        <p:cNvGrpSpPr/>
        <p:nvPr/>
      </p:nvGrpSpPr>
      <p:grpSpPr>
        <a:xfrm>
          <a:off x="0" y="0"/>
          <a:ext cx="0" cy="0"/>
          <a:chOff x="0" y="0"/>
          <a:chExt cx="0" cy="0"/>
        </a:xfrm>
      </p:grpSpPr>
      <p:sp>
        <p:nvSpPr>
          <p:cNvPr id="32" name="Google Shape;32;p14"/>
          <p:cNvSpPr txBox="1"/>
          <p:nvPr>
            <p:ph idx="10" type="dt"/>
          </p:nvPr>
        </p:nvSpPr>
        <p:spPr>
          <a:xfrm>
            <a:off x="63500" y="4477539"/>
            <a:ext cx="2070100"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3" name="Google Shape;33;p14"/>
          <p:cNvSpPr txBox="1"/>
          <p:nvPr>
            <p:ph idx="11" type="ftr"/>
          </p:nvPr>
        </p:nvSpPr>
        <p:spPr>
          <a:xfrm>
            <a:off x="0" y="4847945"/>
            <a:ext cx="9144000" cy="303491"/>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675" u="none" cap="none" strike="noStrike">
                <a:solidFill>
                  <a:srgbClr val="7F7F7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34" name="Google Shape;34;p14"/>
          <p:cNvSpPr txBox="1"/>
          <p:nvPr>
            <p:ph idx="12" type="sldNum"/>
          </p:nvPr>
        </p:nvSpPr>
        <p:spPr>
          <a:xfrm>
            <a:off x="7484156" y="4793908"/>
            <a:ext cx="1501084" cy="273844"/>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825"/>
              <a:buFont typeface="Arial"/>
              <a:buNone/>
              <a:defRPr b="0" i="0" sz="825"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r>
              <a:rPr lang="en-US"/>
              <a:t>Ch. 1 / Slide </a:t>
            </a:r>
            <a:fld id="{00000000-1234-1234-1234-123412341234}" type="slidenum">
              <a:rPr lang="en-US"/>
              <a:t>‹#›</a:t>
            </a:fld>
            <a:endParaRPr/>
          </a:p>
        </p:txBody>
      </p:sp>
      <p:sp>
        <p:nvSpPr>
          <p:cNvPr id="35" name="Google Shape;35;p14"/>
          <p:cNvSpPr txBox="1"/>
          <p:nvPr>
            <p:ph type="title"/>
          </p:nvPr>
        </p:nvSpPr>
        <p:spPr>
          <a:xfrm>
            <a:off x="1" y="561866"/>
            <a:ext cx="9143999" cy="508239"/>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0"/>
              </a:spcBef>
              <a:spcAft>
                <a:spcPts val="0"/>
              </a:spcAft>
              <a:buClr>
                <a:srgbClr val="5CADB1"/>
              </a:buClr>
              <a:buSzPts val="3000"/>
              <a:buFont typeface="Helvetica Neue"/>
              <a:buNone/>
              <a:defRPr b="1" i="0" sz="3000" u="none" cap="none" strike="noStrike">
                <a:solidFill>
                  <a:srgbClr val="5CADB1"/>
                </a:solidFill>
                <a:latin typeface="Helvetica Neue"/>
                <a:ea typeface="Helvetica Neue"/>
                <a:cs typeface="Helvetica Neue"/>
                <a:sym typeface="Helvetica Neue"/>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grpSp>
        <p:nvGrpSpPr>
          <p:cNvPr id="36" name="Google Shape;36;p14"/>
          <p:cNvGrpSpPr/>
          <p:nvPr/>
        </p:nvGrpSpPr>
        <p:grpSpPr>
          <a:xfrm>
            <a:off x="0" y="112"/>
            <a:ext cx="9144000" cy="561755"/>
            <a:chOff x="0" y="148"/>
            <a:chExt cx="9144000" cy="749007"/>
          </a:xfrm>
        </p:grpSpPr>
        <p:pic>
          <p:nvPicPr>
            <p:cNvPr id="37" name="Google Shape;37;p14"/>
            <p:cNvPicPr preferRelativeResize="0"/>
            <p:nvPr/>
          </p:nvPicPr>
          <p:blipFill rotWithShape="1">
            <a:blip r:embed="rId2">
              <a:alphaModFix/>
            </a:blip>
            <a:srcRect b="0" l="0" r="0" t="0"/>
            <a:stretch/>
          </p:blipFill>
          <p:spPr>
            <a:xfrm>
              <a:off x="0" y="148"/>
              <a:ext cx="9144000" cy="629586"/>
            </a:xfrm>
            <a:prstGeom prst="rect">
              <a:avLst/>
            </a:prstGeom>
            <a:noFill/>
            <a:ln>
              <a:noFill/>
            </a:ln>
          </p:spPr>
        </p:pic>
        <p:sp>
          <p:nvSpPr>
            <p:cNvPr id="38" name="Google Shape;38;p14"/>
            <p:cNvSpPr/>
            <p:nvPr/>
          </p:nvSpPr>
          <p:spPr>
            <a:xfrm>
              <a:off x="0" y="674844"/>
              <a:ext cx="9144000" cy="74311"/>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350"/>
                <a:buFont typeface="Arial"/>
                <a:buNone/>
              </a:pPr>
              <a:r>
                <a:t/>
              </a:r>
              <a:endParaRPr b="0" i="0" sz="135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solidFill>
          <a:schemeClr val="lt1"/>
        </a:solidFill>
      </p:bgPr>
    </p:bg>
    <p:spTree>
      <p:nvGrpSpPr>
        <p:cNvPr id="43" name="Shape 4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ayout">
  <p:cSld name="Basic Layout">
    <p:bg>
      <p:bgPr>
        <a:solidFill>
          <a:schemeClr val="lt1"/>
        </a:solidFill>
      </p:bgPr>
    </p:bg>
    <p:spTree>
      <p:nvGrpSpPr>
        <p:cNvPr id="44" name="Shape 44"/>
        <p:cNvGrpSpPr/>
        <p:nvPr/>
      </p:nvGrpSpPr>
      <p:grpSpPr>
        <a:xfrm>
          <a:off x="0" y="0"/>
          <a:ext cx="0" cy="0"/>
          <a:chOff x="0" y="0"/>
          <a:chExt cx="0" cy="0"/>
        </a:xfrm>
      </p:grpSpPr>
      <p:sp>
        <p:nvSpPr>
          <p:cNvPr id="45" name="Google Shape;45;p17"/>
          <p:cNvSpPr txBox="1"/>
          <p:nvPr>
            <p:ph idx="1" type="body"/>
          </p:nvPr>
        </p:nvSpPr>
        <p:spPr>
          <a:xfrm>
            <a:off x="0" y="483518"/>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6" name="Google Shape;46;p17"/>
          <p:cNvSpPr txBox="1"/>
          <p:nvPr>
            <p:ph idx="2" type="body"/>
          </p:nvPr>
        </p:nvSpPr>
        <p:spPr>
          <a:xfrm>
            <a:off x="0" y="1059582"/>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Basic Layout">
  <p:cSld name="2_Basic Layout">
    <p:bg>
      <p:bgPr>
        <a:solidFill>
          <a:schemeClr val="lt1"/>
        </a:solidFill>
      </p:bgPr>
    </p:bg>
    <p:spTree>
      <p:nvGrpSpPr>
        <p:cNvPr id="47" name="Shape 47"/>
        <p:cNvGrpSpPr/>
        <p:nvPr/>
      </p:nvGrpSpPr>
      <p:grpSpPr>
        <a:xfrm>
          <a:off x="0" y="0"/>
          <a:ext cx="0" cy="0"/>
          <a:chOff x="0" y="0"/>
          <a:chExt cx="0" cy="0"/>
        </a:xfrm>
      </p:grpSpPr>
      <p:sp>
        <p:nvSpPr>
          <p:cNvPr id="48" name="Google Shape;48;p18"/>
          <p:cNvSpPr txBox="1"/>
          <p:nvPr>
            <p:ph idx="1" type="body"/>
          </p:nvPr>
        </p:nvSpPr>
        <p:spPr>
          <a:xfrm>
            <a:off x="179512" y="555526"/>
            <a:ext cx="8424936" cy="57606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49" name="Google Shape;49;p18"/>
          <p:cNvSpPr txBox="1"/>
          <p:nvPr>
            <p:ph idx="2" type="body"/>
          </p:nvPr>
        </p:nvSpPr>
        <p:spPr>
          <a:xfrm>
            <a:off x="179512" y="1203598"/>
            <a:ext cx="8424936" cy="28803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asic Layout">
  <p:cSld name="1_Basic Layout">
    <p:bg>
      <p:bgPr>
        <a:solidFill>
          <a:schemeClr val="lt1"/>
        </a:solidFill>
      </p:bgPr>
    </p:bg>
    <p:spTree>
      <p:nvGrpSpPr>
        <p:cNvPr id="50" name="Shape 50"/>
        <p:cNvGrpSpPr/>
        <p:nvPr/>
      </p:nvGrpSpPr>
      <p:grpSpPr>
        <a:xfrm>
          <a:off x="0" y="0"/>
          <a:ext cx="0" cy="0"/>
          <a:chOff x="0" y="0"/>
          <a:chExt cx="0" cy="0"/>
        </a:xfrm>
      </p:grpSpPr>
      <p:sp>
        <p:nvSpPr>
          <p:cNvPr id="51" name="Google Shape;51;p19"/>
          <p:cNvSpPr txBox="1"/>
          <p:nvPr>
            <p:ph idx="1" type="body"/>
          </p:nvPr>
        </p:nvSpPr>
        <p:spPr>
          <a:xfrm>
            <a:off x="179512" y="483518"/>
            <a:ext cx="4248472" cy="576064"/>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2" name="Google Shape;52;p19"/>
          <p:cNvSpPr txBox="1"/>
          <p:nvPr>
            <p:ph idx="2" type="body"/>
          </p:nvPr>
        </p:nvSpPr>
        <p:spPr>
          <a:xfrm>
            <a:off x="179512" y="1131590"/>
            <a:ext cx="4248472" cy="288032"/>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Basic Layout">
  <p:cSld name="3_Basic Layout">
    <p:bg>
      <p:bgPr>
        <a:solidFill>
          <a:schemeClr val="lt1"/>
        </a:solidFill>
      </p:bgPr>
    </p:bg>
    <p:spTree>
      <p:nvGrpSpPr>
        <p:cNvPr id="53" name="Shape 53"/>
        <p:cNvGrpSpPr/>
        <p:nvPr/>
      </p:nvGrpSpPr>
      <p:grpSpPr>
        <a:xfrm>
          <a:off x="0" y="0"/>
          <a:ext cx="0" cy="0"/>
          <a:chOff x="0" y="0"/>
          <a:chExt cx="0" cy="0"/>
        </a:xfrm>
      </p:grpSpPr>
      <p:sp>
        <p:nvSpPr>
          <p:cNvPr id="54" name="Google Shape;54;p20"/>
          <p:cNvSpPr/>
          <p:nvPr/>
        </p:nvSpPr>
        <p:spPr>
          <a:xfrm>
            <a:off x="0" y="0"/>
            <a:ext cx="9144000" cy="105958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3F3F3F"/>
              </a:solidFill>
              <a:latin typeface="Arial"/>
              <a:ea typeface="Arial"/>
              <a:cs typeface="Arial"/>
              <a:sym typeface="Arial"/>
            </a:endParaRPr>
          </a:p>
        </p:txBody>
      </p:sp>
      <p:sp>
        <p:nvSpPr>
          <p:cNvPr id="55" name="Google Shape;55;p20"/>
          <p:cNvSpPr txBox="1"/>
          <p:nvPr>
            <p:ph idx="1" type="body"/>
          </p:nvPr>
        </p:nvSpPr>
        <p:spPr>
          <a:xfrm>
            <a:off x="-42902" y="455940"/>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60"/>
              </a:spcBef>
              <a:spcAft>
                <a:spcPts val="0"/>
              </a:spcAft>
              <a:buClr>
                <a:srgbClr val="3F3F3F"/>
              </a:buClr>
              <a:buSzPts val="1800"/>
              <a:buFont typeface="Arial"/>
              <a:buNone/>
              <a:defRPr b="0" i="0" sz="18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6" name="Google Shape;56;p20"/>
          <p:cNvSpPr txBox="1"/>
          <p:nvPr>
            <p:ph idx="2" type="body"/>
          </p:nvPr>
        </p:nvSpPr>
        <p:spPr>
          <a:xfrm>
            <a:off x="0" y="887988"/>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57" name="Google Shape;57;p20"/>
          <p:cNvSpPr/>
          <p:nvPr>
            <p:ph idx="3" type="pic"/>
          </p:nvPr>
        </p:nvSpPr>
        <p:spPr>
          <a:xfrm>
            <a:off x="649246"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58" name="Google Shape;58;p20"/>
          <p:cNvSpPr/>
          <p:nvPr>
            <p:ph idx="4" type="pic"/>
          </p:nvPr>
        </p:nvSpPr>
        <p:spPr>
          <a:xfrm>
            <a:off x="2720790"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59" name="Google Shape;59;p20"/>
          <p:cNvSpPr/>
          <p:nvPr>
            <p:ph idx="5" type="pic"/>
          </p:nvPr>
        </p:nvSpPr>
        <p:spPr>
          <a:xfrm>
            <a:off x="4792334"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
        <p:nvSpPr>
          <p:cNvPr id="60" name="Google Shape;60;p20"/>
          <p:cNvSpPr/>
          <p:nvPr>
            <p:ph idx="6" type="pic"/>
          </p:nvPr>
        </p:nvSpPr>
        <p:spPr>
          <a:xfrm>
            <a:off x="6863879" y="1275606"/>
            <a:ext cx="1648869" cy="1648869"/>
          </a:xfrm>
          <a:prstGeom prst="ellipse">
            <a:avLst/>
          </a:prstGeom>
          <a:solidFill>
            <a:srgbClr val="F2F2F2"/>
          </a:solidFill>
          <a:ln cap="flat" cmpd="sng" w="38100">
            <a:solidFill>
              <a:srgbClr val="538CD5"/>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s and Contents Layout">
  <p:cSld name="Images and Contents Layout">
    <p:spTree>
      <p:nvGrpSpPr>
        <p:cNvPr id="61" name="Shape 61"/>
        <p:cNvGrpSpPr/>
        <p:nvPr/>
      </p:nvGrpSpPr>
      <p:grpSpPr>
        <a:xfrm>
          <a:off x="0" y="0"/>
          <a:ext cx="0" cy="0"/>
          <a:chOff x="0" y="0"/>
          <a:chExt cx="0" cy="0"/>
        </a:xfrm>
      </p:grpSpPr>
      <p:sp>
        <p:nvSpPr>
          <p:cNvPr id="62" name="Google Shape;62;p21"/>
          <p:cNvSpPr/>
          <p:nvPr>
            <p:ph idx="2" type="pic"/>
          </p:nvPr>
        </p:nvSpPr>
        <p:spPr>
          <a:xfrm>
            <a:off x="0" y="0"/>
            <a:ext cx="9144000" cy="51435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Images and Contents Layout">
  <p:cSld name="1_Images and Contents Layout">
    <p:spTree>
      <p:nvGrpSpPr>
        <p:cNvPr id="63" name="Shape 63"/>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Images and Contents Layout">
  <p:cSld name="2_Images and Contents Layout">
    <p:bg>
      <p:bgPr>
        <a:solidFill>
          <a:srgbClr val="17365D"/>
        </a:solidFill>
      </p:bgPr>
    </p:bg>
    <p:spTree>
      <p:nvGrpSpPr>
        <p:cNvPr id="64" name="Shape 64"/>
        <p:cNvGrpSpPr/>
        <p:nvPr/>
      </p:nvGrpSpPr>
      <p:grpSpPr>
        <a:xfrm>
          <a:off x="0" y="0"/>
          <a:ext cx="0" cy="0"/>
          <a:chOff x="0" y="0"/>
          <a:chExt cx="0" cy="0"/>
        </a:xfrm>
      </p:grpSpPr>
      <p:sp>
        <p:nvSpPr>
          <p:cNvPr id="65" name="Google Shape;65;p23"/>
          <p:cNvSpPr/>
          <p:nvPr>
            <p:ph idx="2" type="pic"/>
          </p:nvPr>
        </p:nvSpPr>
        <p:spPr>
          <a:xfrm>
            <a:off x="3347864" y="627534"/>
            <a:ext cx="5796136" cy="1052002"/>
          </a:xfrm>
          <a:prstGeom prst="rect">
            <a:avLst/>
          </a:prstGeom>
          <a:solidFill>
            <a:srgbClr val="F2F2F2"/>
          </a:solidFill>
          <a:ln>
            <a:noFill/>
          </a:ln>
        </p:spPr>
      </p:sp>
      <p:sp>
        <p:nvSpPr>
          <p:cNvPr id="66" name="Google Shape;66;p23"/>
          <p:cNvSpPr/>
          <p:nvPr>
            <p:ph idx="3" type="pic"/>
          </p:nvPr>
        </p:nvSpPr>
        <p:spPr>
          <a:xfrm>
            <a:off x="4104000" y="1798321"/>
            <a:ext cx="5040000" cy="1548000"/>
          </a:xfrm>
          <a:prstGeom prst="rect">
            <a:avLst/>
          </a:prstGeom>
          <a:solidFill>
            <a:srgbClr val="F2F2F2"/>
          </a:solidFill>
          <a:ln>
            <a:noFill/>
          </a:ln>
        </p:spPr>
      </p:sp>
      <p:sp>
        <p:nvSpPr>
          <p:cNvPr id="67" name="Google Shape;67;p23"/>
          <p:cNvSpPr/>
          <p:nvPr>
            <p:ph idx="4" type="pic"/>
          </p:nvPr>
        </p:nvSpPr>
        <p:spPr>
          <a:xfrm>
            <a:off x="4824000" y="3465106"/>
            <a:ext cx="4320000" cy="1050860"/>
          </a:xfrm>
          <a:prstGeom prst="rect">
            <a:avLst/>
          </a:prstGeom>
          <a:solidFill>
            <a:srgbClr val="F2F2F2"/>
          </a:solid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Basic Layout">
  <p:cSld name="4_Basic Layout">
    <p:bg>
      <p:bgPr>
        <a:blipFill>
          <a:blip r:embed="rId2">
            <a:alphaModFix/>
          </a:blip>
          <a:stretch>
            <a:fillRect/>
          </a:stretch>
        </a:blipFill>
      </p:bgPr>
    </p:bg>
    <p:spTree>
      <p:nvGrpSpPr>
        <p:cNvPr id="68" name="Shape 68"/>
        <p:cNvGrpSpPr/>
        <p:nvPr/>
      </p:nvGrpSpPr>
      <p:grpSpPr>
        <a:xfrm>
          <a:off x="0" y="0"/>
          <a:ext cx="0" cy="0"/>
          <a:chOff x="0" y="0"/>
          <a:chExt cx="0" cy="0"/>
        </a:xfrm>
      </p:grpSpPr>
      <p:sp>
        <p:nvSpPr>
          <p:cNvPr id="69" name="Google Shape;69;p24"/>
          <p:cNvSpPr/>
          <p:nvPr>
            <p:ph idx="2" type="pic"/>
          </p:nvPr>
        </p:nvSpPr>
        <p:spPr>
          <a:xfrm>
            <a:off x="3937417" y="627534"/>
            <a:ext cx="1872000" cy="3816424"/>
          </a:xfrm>
          <a:prstGeom prst="rect">
            <a:avLst/>
          </a:prstGeom>
          <a:solidFill>
            <a:srgbClr val="F2F2F2"/>
          </a:solidFill>
          <a:ln>
            <a:noFill/>
          </a:ln>
        </p:spPr>
      </p:sp>
      <p:sp>
        <p:nvSpPr>
          <p:cNvPr id="70" name="Google Shape;70;p24"/>
          <p:cNvSpPr/>
          <p:nvPr>
            <p:ph idx="3" type="pic"/>
          </p:nvPr>
        </p:nvSpPr>
        <p:spPr>
          <a:xfrm>
            <a:off x="1968708" y="627534"/>
            <a:ext cx="1872000" cy="3816424"/>
          </a:xfrm>
          <a:prstGeom prst="rect">
            <a:avLst/>
          </a:prstGeom>
          <a:solidFill>
            <a:srgbClr val="F2F2F2"/>
          </a:solidFill>
          <a:ln>
            <a:noFill/>
          </a:ln>
        </p:spPr>
      </p:sp>
      <p:sp>
        <p:nvSpPr>
          <p:cNvPr id="71" name="Google Shape;71;p24"/>
          <p:cNvSpPr/>
          <p:nvPr>
            <p:ph idx="4" type="pic"/>
          </p:nvPr>
        </p:nvSpPr>
        <p:spPr>
          <a:xfrm>
            <a:off x="0" y="627534"/>
            <a:ext cx="1872000" cy="3816424"/>
          </a:xfrm>
          <a:prstGeom prst="rect">
            <a:avLst/>
          </a:prstGeom>
          <a:solidFill>
            <a:srgbClr val="F2F2F2"/>
          </a:solid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Images and Contents Layout">
  <p:cSld name="3_Images and Contents Layout">
    <p:spTree>
      <p:nvGrpSpPr>
        <p:cNvPr id="72" name="Shape 72"/>
        <p:cNvGrpSpPr/>
        <p:nvPr/>
      </p:nvGrpSpPr>
      <p:grpSpPr>
        <a:xfrm>
          <a:off x="0" y="0"/>
          <a:ext cx="0" cy="0"/>
          <a:chOff x="0" y="0"/>
          <a:chExt cx="0" cy="0"/>
        </a:xfrm>
      </p:grpSpPr>
      <p:sp>
        <p:nvSpPr>
          <p:cNvPr id="73" name="Google Shape;73;p25"/>
          <p:cNvSpPr/>
          <p:nvPr>
            <p:ph idx="2" type="pic"/>
          </p:nvPr>
        </p:nvSpPr>
        <p:spPr>
          <a:xfrm>
            <a:off x="3795621" y="627533"/>
            <a:ext cx="3294112" cy="1115553"/>
          </a:xfrm>
          <a:prstGeom prst="rect">
            <a:avLst/>
          </a:prstGeom>
          <a:solidFill>
            <a:srgbClr val="F2F2F2"/>
          </a:solidFill>
          <a:ln>
            <a:noFill/>
          </a:ln>
        </p:spPr>
      </p:sp>
      <p:sp>
        <p:nvSpPr>
          <p:cNvPr id="74" name="Google Shape;74;p25"/>
          <p:cNvSpPr/>
          <p:nvPr>
            <p:ph idx="3" type="pic"/>
          </p:nvPr>
        </p:nvSpPr>
        <p:spPr>
          <a:xfrm>
            <a:off x="5613166" y="3399271"/>
            <a:ext cx="3293944" cy="1116695"/>
          </a:xfrm>
          <a:prstGeom prst="rect">
            <a:avLst/>
          </a:prstGeom>
          <a:solidFill>
            <a:srgbClr val="F2F2F2"/>
          </a:solidFill>
          <a:ln>
            <a:noFill/>
          </a:ln>
        </p:spPr>
      </p:sp>
      <p:sp>
        <p:nvSpPr>
          <p:cNvPr id="75" name="Google Shape;75;p25"/>
          <p:cNvSpPr/>
          <p:nvPr>
            <p:ph idx="4" type="pic"/>
          </p:nvPr>
        </p:nvSpPr>
        <p:spPr>
          <a:xfrm>
            <a:off x="3795621" y="1815095"/>
            <a:ext cx="1728192" cy="2700871"/>
          </a:xfrm>
          <a:prstGeom prst="rect">
            <a:avLst/>
          </a:prstGeom>
          <a:solidFill>
            <a:srgbClr val="F2F2F2"/>
          </a:solidFill>
          <a:ln>
            <a:noFill/>
          </a:ln>
        </p:spPr>
      </p:sp>
      <p:sp>
        <p:nvSpPr>
          <p:cNvPr id="76" name="Google Shape;76;p25"/>
          <p:cNvSpPr/>
          <p:nvPr>
            <p:ph idx="5" type="pic"/>
          </p:nvPr>
        </p:nvSpPr>
        <p:spPr>
          <a:xfrm>
            <a:off x="5621504" y="1814524"/>
            <a:ext cx="1468228" cy="1512168"/>
          </a:xfrm>
          <a:prstGeom prst="rect">
            <a:avLst/>
          </a:prstGeom>
          <a:solidFill>
            <a:srgbClr val="F2F2F2"/>
          </a:solidFill>
          <a:ln>
            <a:noFill/>
          </a:ln>
        </p:spPr>
      </p:sp>
      <p:sp>
        <p:nvSpPr>
          <p:cNvPr id="77" name="Google Shape;77;p25"/>
          <p:cNvSpPr/>
          <p:nvPr>
            <p:ph idx="6" type="pic"/>
          </p:nvPr>
        </p:nvSpPr>
        <p:spPr>
          <a:xfrm>
            <a:off x="7178918" y="627533"/>
            <a:ext cx="1728192" cy="2699730"/>
          </a:xfrm>
          <a:prstGeom prst="rect">
            <a:avLst/>
          </a:prstGeom>
          <a:solidFill>
            <a:srgbClr val="F2F2F2"/>
          </a:solid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Images and Contents Layout">
  <p:cSld name="4_Images and Contents Layout">
    <p:spTree>
      <p:nvGrpSpPr>
        <p:cNvPr id="78" name="Shape 78"/>
        <p:cNvGrpSpPr/>
        <p:nvPr/>
      </p:nvGrpSpPr>
      <p:grpSpPr>
        <a:xfrm>
          <a:off x="0" y="0"/>
          <a:ext cx="0" cy="0"/>
          <a:chOff x="0" y="0"/>
          <a:chExt cx="0" cy="0"/>
        </a:xfrm>
      </p:grpSpPr>
      <p:sp>
        <p:nvSpPr>
          <p:cNvPr id="79" name="Google Shape;79;p26"/>
          <p:cNvSpPr txBox="1"/>
          <p:nvPr>
            <p:ph idx="1" type="body"/>
          </p:nvPr>
        </p:nvSpPr>
        <p:spPr>
          <a:xfrm>
            <a:off x="0" y="411510"/>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360"/>
              </a:spcBef>
              <a:spcAft>
                <a:spcPts val="0"/>
              </a:spcAft>
              <a:buClr>
                <a:srgbClr val="3F3F3F"/>
              </a:buClr>
              <a:buSzPts val="1800"/>
              <a:buFont typeface="Arial"/>
              <a:buNone/>
              <a:defRPr b="0" i="0" sz="18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80" name="Google Shape;80;p26"/>
          <p:cNvSpPr txBox="1"/>
          <p:nvPr>
            <p:ph idx="2" type="body"/>
          </p:nvPr>
        </p:nvSpPr>
        <p:spPr>
          <a:xfrm>
            <a:off x="0" y="987574"/>
            <a:ext cx="9144000" cy="288032"/>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0" i="0" sz="14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pic>
        <p:nvPicPr>
          <p:cNvPr descr="D:\Fullppt\005-PNG이미지\노트북.png" id="81" name="Google Shape;81;p26"/>
          <p:cNvPicPr preferRelativeResize="0"/>
          <p:nvPr/>
        </p:nvPicPr>
        <p:blipFill rotWithShape="1">
          <a:blip r:embed="rId2">
            <a:alphaModFix/>
          </a:blip>
          <a:srcRect b="0" l="0" r="0" t="0"/>
          <a:stretch/>
        </p:blipFill>
        <p:spPr>
          <a:xfrm>
            <a:off x="-757041" y="1313860"/>
            <a:ext cx="6438182" cy="3274563"/>
          </a:xfrm>
          <a:prstGeom prst="rect">
            <a:avLst/>
          </a:prstGeom>
          <a:noFill/>
          <a:ln>
            <a:noFill/>
          </a:ln>
        </p:spPr>
      </p:pic>
      <p:sp>
        <p:nvSpPr>
          <p:cNvPr id="82" name="Google Shape;82;p26"/>
          <p:cNvSpPr/>
          <p:nvPr>
            <p:ph idx="3" type="pic"/>
          </p:nvPr>
        </p:nvSpPr>
        <p:spPr>
          <a:xfrm>
            <a:off x="981898" y="1731279"/>
            <a:ext cx="3085597" cy="2281868"/>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con sets layout">
  <p:cSld name="icon sets layout">
    <p:spTree>
      <p:nvGrpSpPr>
        <p:cNvPr id="83" name="Shape 83"/>
        <p:cNvGrpSpPr/>
        <p:nvPr/>
      </p:nvGrpSpPr>
      <p:grpSpPr>
        <a:xfrm>
          <a:off x="0" y="0"/>
          <a:ext cx="0" cy="0"/>
          <a:chOff x="0" y="0"/>
          <a:chExt cx="0" cy="0"/>
        </a:xfrm>
      </p:grpSpPr>
      <p:sp>
        <p:nvSpPr>
          <p:cNvPr id="84" name="Google Shape;84;p27"/>
          <p:cNvSpPr txBox="1"/>
          <p:nvPr>
            <p:ph idx="1" type="body"/>
          </p:nvPr>
        </p:nvSpPr>
        <p:spPr>
          <a:xfrm>
            <a:off x="0" y="475603"/>
            <a:ext cx="9144000" cy="57606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0" i="0" sz="3600" u="none" cap="none" strike="noStrike">
                <a:solidFill>
                  <a:srgbClr val="3F3F3F"/>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grpSp>
        <p:nvGrpSpPr>
          <p:cNvPr id="85" name="Google Shape;85;p27"/>
          <p:cNvGrpSpPr/>
          <p:nvPr/>
        </p:nvGrpSpPr>
        <p:grpSpPr>
          <a:xfrm>
            <a:off x="354008" y="1131589"/>
            <a:ext cx="2849840" cy="3384377"/>
            <a:chOff x="354008" y="1131589"/>
            <a:chExt cx="2849840" cy="3649171"/>
          </a:xfrm>
        </p:grpSpPr>
        <p:sp>
          <p:nvSpPr>
            <p:cNvPr id="86" name="Google Shape;86;p27"/>
            <p:cNvSpPr/>
            <p:nvPr/>
          </p:nvSpPr>
          <p:spPr>
            <a:xfrm>
              <a:off x="354008" y="1131589"/>
              <a:ext cx="2849840" cy="3649171"/>
            </a:xfrm>
            <a:prstGeom prst="roundRect">
              <a:avLst>
                <a:gd fmla="val 3968" name="adj"/>
              </a:avLst>
            </a:prstGeom>
            <a:solidFill>
              <a:srgbClr val="17365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7" name="Google Shape;87;p27"/>
            <p:cNvSpPr/>
            <p:nvPr/>
          </p:nvSpPr>
          <p:spPr>
            <a:xfrm>
              <a:off x="531932" y="1347500"/>
              <a:ext cx="108520" cy="3240473"/>
            </a:xfrm>
            <a:prstGeom prst="roundRect">
              <a:avLst>
                <a:gd fmla="val 50000" name="adj"/>
              </a:avLst>
            </a:prstGeom>
            <a:solidFill>
              <a:schemeClr val="lt1">
                <a:alpha val="4039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88" name="Google Shape;88;p27"/>
            <p:cNvSpPr/>
            <p:nvPr/>
          </p:nvSpPr>
          <p:spPr>
            <a:xfrm rot="5400000">
              <a:off x="2592642" y="1238201"/>
              <a:ext cx="502331" cy="502331"/>
            </a:xfrm>
            <a:prstGeom prst="halfFrame">
              <a:avLst>
                <a:gd fmla="val 23728" name="adj1"/>
                <a:gd fmla="val 24642" name="adj2"/>
              </a:avLst>
            </a:prstGeom>
            <a:solidFill>
              <a:schemeClr val="lt1">
                <a:alpha val="22352"/>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14.xml"/><Relationship Id="rId10" Type="http://schemas.openxmlformats.org/officeDocument/2006/relationships/slideLayout" Target="../slideLayouts/slideLayout13.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 Type="http://schemas.openxmlformats.org/officeDocument/2006/relationships/image" Target="../media/image3.png"/><Relationship Id="rId2" Type="http://schemas.openxmlformats.org/officeDocument/2006/relationships/image" Target="../media/image7.png"/><Relationship Id="rId3" Type="http://schemas.openxmlformats.org/officeDocument/2006/relationships/slideLayout" Target="../slideLayouts/slideLayout6.xml"/><Relationship Id="rId4" Type="http://schemas.openxmlformats.org/officeDocument/2006/relationships/slideLayout" Target="../slideLayouts/slideLayout7.xml"/><Relationship Id="rId9" Type="http://schemas.openxmlformats.org/officeDocument/2006/relationships/slideLayout" Target="../slideLayouts/slideLayout12.xml"/><Relationship Id="rId15" Type="http://schemas.openxmlformats.org/officeDocument/2006/relationships/theme" Target="../theme/theme3.xml"/><Relationship Id="rId14" Type="http://schemas.openxmlformats.org/officeDocument/2006/relationships/slideLayout" Target="../slideLayouts/slideLayout1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8"/>
          <p:cNvPicPr preferRelativeResize="0"/>
          <p:nvPr/>
        </p:nvPicPr>
        <p:blipFill rotWithShape="1">
          <a:blip r:embed="rId1">
            <a:alphaModFix/>
          </a:blip>
          <a:srcRect b="0" l="0" r="0" t="0"/>
          <a:stretch/>
        </p:blipFill>
        <p:spPr>
          <a:xfrm>
            <a:off x="3070850" y="0"/>
            <a:ext cx="6088050" cy="551250"/>
          </a:xfrm>
          <a:prstGeom prst="rect">
            <a:avLst/>
          </a:prstGeom>
          <a:noFill/>
          <a:ln>
            <a:noFill/>
          </a:ln>
        </p:spPr>
      </p:pic>
      <p:pic>
        <p:nvPicPr>
          <p:cNvPr id="11" name="Google Shape;11;p8"/>
          <p:cNvPicPr preferRelativeResize="0"/>
          <p:nvPr/>
        </p:nvPicPr>
        <p:blipFill rotWithShape="1">
          <a:blip r:embed="rId1">
            <a:alphaModFix/>
          </a:blip>
          <a:srcRect b="0" l="0" r="0" t="0"/>
          <a:stretch/>
        </p:blipFill>
        <p:spPr>
          <a:xfrm rot="10800000">
            <a:off x="-23339" y="4592250"/>
            <a:ext cx="6088050" cy="551250"/>
          </a:xfrm>
          <a:prstGeom prst="rect">
            <a:avLst/>
          </a:prstGeom>
          <a:noFill/>
          <a:ln>
            <a:noFill/>
          </a:ln>
        </p:spPr>
      </p:pic>
      <p:sp>
        <p:nvSpPr>
          <p:cNvPr id="12" name="Google Shape;12;p8"/>
          <p:cNvSpPr txBox="1"/>
          <p:nvPr/>
        </p:nvSpPr>
        <p:spPr>
          <a:xfrm>
            <a:off x="179512" y="12347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pic>
        <p:nvPicPr>
          <p:cNvPr id="21" name="Google Shape;21;p10"/>
          <p:cNvPicPr preferRelativeResize="0"/>
          <p:nvPr/>
        </p:nvPicPr>
        <p:blipFill rotWithShape="1">
          <a:blip r:embed="rId1">
            <a:alphaModFix/>
          </a:blip>
          <a:srcRect b="0" l="0" r="0" t="0"/>
          <a:stretch/>
        </p:blipFill>
        <p:spPr>
          <a:xfrm>
            <a:off x="3070850" y="0"/>
            <a:ext cx="6088050" cy="551250"/>
          </a:xfrm>
          <a:prstGeom prst="rect">
            <a:avLst/>
          </a:prstGeom>
          <a:noFill/>
          <a:ln>
            <a:noFill/>
          </a:ln>
        </p:spPr>
      </p:pic>
      <p:pic>
        <p:nvPicPr>
          <p:cNvPr id="22" name="Google Shape;22;p10"/>
          <p:cNvPicPr preferRelativeResize="0"/>
          <p:nvPr/>
        </p:nvPicPr>
        <p:blipFill rotWithShape="1">
          <a:blip r:embed="rId1">
            <a:alphaModFix/>
          </a:blip>
          <a:srcRect b="0" l="0" r="0" t="0"/>
          <a:stretch/>
        </p:blipFill>
        <p:spPr>
          <a:xfrm rot="10800000">
            <a:off x="-36511" y="4592250"/>
            <a:ext cx="6088050" cy="551250"/>
          </a:xfrm>
          <a:prstGeom prst="rect">
            <a:avLst/>
          </a:prstGeom>
          <a:noFill/>
          <a:ln>
            <a:noFill/>
          </a:ln>
        </p:spPr>
      </p:pic>
      <p:sp>
        <p:nvSpPr>
          <p:cNvPr id="23" name="Google Shape;23;p10"/>
          <p:cNvSpPr txBox="1"/>
          <p:nvPr/>
        </p:nvSpPr>
        <p:spPr>
          <a:xfrm>
            <a:off x="179512" y="12347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3"/>
    <p:sldLayoutId id="2147483653" r:id="rId4"/>
    <p:sldLayoutId id="2147483654"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pic>
        <p:nvPicPr>
          <p:cNvPr id="40" name="Google Shape;40;p15"/>
          <p:cNvPicPr preferRelativeResize="0"/>
          <p:nvPr/>
        </p:nvPicPr>
        <p:blipFill rotWithShape="1">
          <a:blip r:embed="rId1">
            <a:alphaModFix/>
          </a:blip>
          <a:srcRect b="0" l="0" r="0" t="0"/>
          <a:stretch/>
        </p:blipFill>
        <p:spPr>
          <a:xfrm>
            <a:off x="3070850" y="0"/>
            <a:ext cx="6088050" cy="551250"/>
          </a:xfrm>
          <a:prstGeom prst="rect">
            <a:avLst/>
          </a:prstGeom>
          <a:noFill/>
          <a:ln>
            <a:noFill/>
          </a:ln>
        </p:spPr>
      </p:pic>
      <p:pic>
        <p:nvPicPr>
          <p:cNvPr id="41" name="Google Shape;41;p15"/>
          <p:cNvPicPr preferRelativeResize="0"/>
          <p:nvPr/>
        </p:nvPicPr>
        <p:blipFill rotWithShape="1">
          <a:blip r:embed="rId1">
            <a:alphaModFix/>
          </a:blip>
          <a:srcRect b="0" l="0" r="0" t="0"/>
          <a:stretch/>
        </p:blipFill>
        <p:spPr>
          <a:xfrm rot="10800000">
            <a:off x="-36511" y="4592250"/>
            <a:ext cx="6088050" cy="551250"/>
          </a:xfrm>
          <a:prstGeom prst="rect">
            <a:avLst/>
          </a:prstGeom>
          <a:noFill/>
          <a:ln>
            <a:noFill/>
          </a:ln>
        </p:spPr>
      </p:pic>
      <p:sp>
        <p:nvSpPr>
          <p:cNvPr id="42" name="Google Shape;42;p15"/>
          <p:cNvSpPr txBox="1"/>
          <p:nvPr/>
        </p:nvSpPr>
        <p:spPr>
          <a:xfrm>
            <a:off x="179512" y="12347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3F3F3F"/>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13000"/>
          </a:blip>
          <a:stretch>
            <a:fillRect/>
          </a:stretch>
        </a:blipFill>
      </p:bgPr>
    </p:bg>
    <p:spTree>
      <p:nvGrpSpPr>
        <p:cNvPr id="92" name="Shape 92"/>
        <p:cNvGrpSpPr/>
        <p:nvPr/>
      </p:nvGrpSpPr>
      <p:grpSpPr>
        <a:xfrm>
          <a:off x="0" y="0"/>
          <a:ext cx="0" cy="0"/>
          <a:chOff x="0" y="0"/>
          <a:chExt cx="0" cy="0"/>
        </a:xfrm>
      </p:grpSpPr>
      <p:sp>
        <p:nvSpPr>
          <p:cNvPr id="93" name="Google Shape;93;p1"/>
          <p:cNvSpPr txBox="1"/>
          <p:nvPr>
            <p:ph idx="1" type="body"/>
          </p:nvPr>
        </p:nvSpPr>
        <p:spPr>
          <a:xfrm>
            <a:off x="4014" y="1995686"/>
            <a:ext cx="9144000" cy="5227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3F3F3F"/>
              </a:buClr>
              <a:buSzPts val="3600"/>
              <a:buNone/>
            </a:pPr>
            <a:r>
              <a:t/>
            </a:r>
            <a:endParaRPr>
              <a:latin typeface="Times New Roman"/>
              <a:ea typeface="Times New Roman"/>
              <a:cs typeface="Times New Roman"/>
              <a:sym typeface="Times New Roman"/>
            </a:endParaRPr>
          </a:p>
          <a:p>
            <a:pPr indent="0" lvl="0" marL="0" rtl="0" algn="ctr">
              <a:lnSpc>
                <a:spcPct val="100000"/>
              </a:lnSpc>
              <a:spcBef>
                <a:spcPts val="720"/>
              </a:spcBef>
              <a:spcAft>
                <a:spcPts val="0"/>
              </a:spcAft>
              <a:buClr>
                <a:srgbClr val="3F3F3F"/>
              </a:buClr>
              <a:buSzPts val="3600"/>
              <a:buNone/>
            </a:pPr>
            <a:r>
              <a:rPr lang="en-US">
                <a:latin typeface="Times New Roman"/>
                <a:ea typeface="Times New Roman"/>
                <a:cs typeface="Times New Roman"/>
                <a:sym typeface="Times New Roman"/>
              </a:rPr>
              <a:t>Unit 2.1 </a:t>
            </a:r>
            <a:endParaRPr/>
          </a:p>
          <a:p>
            <a:pPr indent="0" lvl="0" marL="0" rtl="0" algn="ctr">
              <a:lnSpc>
                <a:spcPct val="100000"/>
              </a:lnSpc>
              <a:spcBef>
                <a:spcPts val="720"/>
              </a:spcBef>
              <a:spcAft>
                <a:spcPts val="0"/>
              </a:spcAft>
              <a:buClr>
                <a:srgbClr val="3F3F3F"/>
              </a:buClr>
              <a:buSzPts val="3600"/>
              <a:buNone/>
            </a:pPr>
            <a:r>
              <a:rPr lang="en-US">
                <a:latin typeface="Times New Roman"/>
                <a:ea typeface="Times New Roman"/>
                <a:cs typeface="Times New Roman"/>
                <a:sym typeface="Times New Roman"/>
              </a:rPr>
              <a:t>Verbal Communication Skills</a:t>
            </a:r>
            <a:endParaRPr/>
          </a:p>
          <a:p>
            <a:pPr indent="0" lvl="0" marL="0" rtl="0" algn="ctr">
              <a:lnSpc>
                <a:spcPct val="100000"/>
              </a:lnSpc>
              <a:spcBef>
                <a:spcPts val="720"/>
              </a:spcBef>
              <a:spcAft>
                <a:spcPts val="0"/>
              </a:spcAft>
              <a:buClr>
                <a:srgbClr val="3F3F3F"/>
              </a:buClr>
              <a:buSzPts val="3600"/>
              <a:buNone/>
            </a:pPr>
            <a:r>
              <a:t/>
            </a:r>
            <a:endParaRPr>
              <a:latin typeface="Times New Roman"/>
              <a:ea typeface="Times New Roman"/>
              <a:cs typeface="Times New Roman"/>
              <a:sym typeface="Times New Roman"/>
            </a:endParaRPr>
          </a:p>
        </p:txBody>
      </p:sp>
      <p:pic>
        <p:nvPicPr>
          <p:cNvPr id="94" name="Google Shape;94;p1"/>
          <p:cNvPicPr preferRelativeResize="0"/>
          <p:nvPr/>
        </p:nvPicPr>
        <p:blipFill rotWithShape="1">
          <a:blip r:embed="rId4">
            <a:alphaModFix/>
          </a:blip>
          <a:srcRect b="0" l="0" r="0" t="0"/>
          <a:stretch/>
        </p:blipFill>
        <p:spPr>
          <a:xfrm>
            <a:off x="75974" y="84080"/>
            <a:ext cx="1685925" cy="4381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
          <p:cNvSpPr txBox="1"/>
          <p:nvPr/>
        </p:nvSpPr>
        <p:spPr>
          <a:xfrm>
            <a:off x="755576" y="483518"/>
            <a:ext cx="7776864" cy="424731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Verbal Communication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Verbal communication uses words to communicate ideas </a:t>
            </a:r>
            <a:br>
              <a:rPr b="0" i="0" lang="en-US" sz="2400" u="none" cap="none" strike="noStrike">
                <a:solidFill>
                  <a:srgbClr val="000000"/>
                </a:solidFill>
                <a:latin typeface="Times New Roman"/>
                <a:ea typeface="Times New Roman"/>
                <a:cs typeface="Times New Roman"/>
                <a:sym typeface="Times New Roman"/>
              </a:rPr>
            </a:br>
            <a:r>
              <a:rPr b="0" i="0" lang="en-US" sz="2400" u="none" cap="none" strike="noStrike">
                <a:solidFill>
                  <a:srgbClr val="000000"/>
                </a:solidFill>
                <a:latin typeface="Times New Roman"/>
                <a:ea typeface="Times New Roman"/>
                <a:cs typeface="Times New Roman"/>
                <a:sym typeface="Times New Roman"/>
              </a:rPr>
              <a:t>across to the audience.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It includes both spoken and written types of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However, generally the term is used to refer to oral </a:t>
            </a:r>
            <a:br>
              <a:rPr b="0" i="0" lang="en-US" sz="2400" u="none" cap="none" strike="noStrike">
                <a:solidFill>
                  <a:srgbClr val="000000"/>
                </a:solidFill>
                <a:latin typeface="Times New Roman"/>
                <a:ea typeface="Times New Roman"/>
                <a:cs typeface="Times New Roman"/>
                <a:sym typeface="Times New Roman"/>
              </a:rPr>
            </a:br>
            <a:r>
              <a:rPr b="0" i="0" lang="en-US" sz="2400" u="none" cap="none" strike="noStrike">
                <a:solidFill>
                  <a:srgbClr val="000000"/>
                </a:solidFill>
                <a:latin typeface="Times New Roman"/>
                <a:ea typeface="Times New Roman"/>
                <a:cs typeface="Times New Roman"/>
                <a:sym typeface="Times New Roman"/>
              </a:rPr>
              <a:t>communication.</a:t>
            </a:r>
            <a:endParaRPr b="0" i="0" sz="135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nvSpPr>
        <p:spPr>
          <a:xfrm>
            <a:off x="1115616" y="771550"/>
            <a:ext cx="7416900" cy="3170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Elements of Verbal Communication</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Words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Sentences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Literal &amp; Figurative Meanings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Denotations, Collocations &amp; Connotations</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Times New Roman"/>
              <a:buChar char="•"/>
            </a:pPr>
            <a:r>
              <a:rPr b="0" i="0" lang="en-US" sz="2400" u="none" cap="none" strike="noStrike">
                <a:solidFill>
                  <a:schemeClr val="dk1"/>
                </a:solidFill>
                <a:latin typeface="Times New Roman"/>
                <a:ea typeface="Times New Roman"/>
                <a:cs typeface="Times New Roman"/>
                <a:sym typeface="Times New Roman"/>
              </a:rPr>
              <a:t>Formal/Informal/Slang words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4"/>
          <p:cNvPicPr preferRelativeResize="0"/>
          <p:nvPr/>
        </p:nvPicPr>
        <p:blipFill rotWithShape="1">
          <a:blip r:embed="rId3">
            <a:alphaModFix/>
          </a:blip>
          <a:srcRect b="0" l="0" r="0" t="0"/>
          <a:stretch/>
        </p:blipFill>
        <p:spPr>
          <a:xfrm>
            <a:off x="369742" y="483518"/>
            <a:ext cx="7946673" cy="4176463"/>
          </a:xfrm>
          <a:prstGeom prst="rect">
            <a:avLst/>
          </a:prstGeom>
          <a:noFill/>
          <a:ln>
            <a:noFill/>
          </a:ln>
        </p:spPr>
      </p:pic>
    </p:spTree>
  </p:cSld>
  <p:clrMapOvr>
    <a:masterClrMapping/>
  </p:clrMapOvr>
  <p:transition>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5"/>
          <p:cNvSpPr txBox="1"/>
          <p:nvPr/>
        </p:nvSpPr>
        <p:spPr>
          <a:xfrm>
            <a:off x="683568" y="627534"/>
            <a:ext cx="7704856" cy="455509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Strategies for Improving Verbal Communication Skills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Use clear and precise language.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Use vocabulary according to the level of your listeners.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Avoid using jargon.</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Use inclusive language.</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Use non-offensive language.</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5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nvSpPr>
        <p:spPr>
          <a:xfrm>
            <a:off x="683568" y="627534"/>
            <a:ext cx="7704856" cy="384720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1"/>
                </a:solidFill>
                <a:latin typeface="Times New Roman"/>
                <a:ea typeface="Times New Roman"/>
                <a:cs typeface="Times New Roman"/>
                <a:sym typeface="Times New Roman"/>
              </a:rPr>
              <a:t>Remember an Acronym</a:t>
            </a:r>
            <a:endParaRPr b="0" i="0" sz="1800" u="none" cap="none" strike="noStrike">
              <a:solidFill>
                <a:schemeClr val="dk1"/>
              </a:solidFill>
              <a:latin typeface="Times New Roman"/>
              <a:ea typeface="Times New Roman"/>
              <a:cs typeface="Times New Roman"/>
              <a:sym typeface="Times New Roman"/>
            </a:endParaRPr>
          </a:p>
          <a:p>
            <a:pPr indent="-342900" lvl="0" marL="342900" marR="0" rtl="0" algn="l">
              <a:lnSpc>
                <a:spcPct val="150000"/>
              </a:lnSpc>
              <a:spcBef>
                <a:spcPts val="0"/>
              </a:spcBef>
              <a:spcAft>
                <a:spcPts val="0"/>
              </a:spcAft>
              <a:buClr>
                <a:schemeClr val="dk1"/>
              </a:buClr>
              <a:buSzPts val="3000"/>
              <a:buFont typeface="Arial"/>
              <a:buChar char="•"/>
            </a:pPr>
            <a:r>
              <a:rPr b="1" i="0" lang="en-US" sz="3000" u="none" cap="none" strike="noStrike">
                <a:solidFill>
                  <a:schemeClr val="dk1"/>
                </a:solidFill>
                <a:latin typeface="Times New Roman"/>
                <a:ea typeface="Times New Roman"/>
                <a:cs typeface="Times New Roman"/>
                <a:sym typeface="Times New Roman"/>
              </a:rPr>
              <a:t>H</a:t>
            </a:r>
            <a:r>
              <a:rPr b="0" i="0" lang="en-US" sz="2400" u="none" cap="none" strike="noStrike">
                <a:solidFill>
                  <a:schemeClr val="dk1"/>
                </a:solidFill>
                <a:latin typeface="Times New Roman"/>
                <a:ea typeface="Times New Roman"/>
                <a:cs typeface="Times New Roman"/>
                <a:sym typeface="Times New Roman"/>
              </a:rPr>
              <a:t>onesty:  be clear and straight. </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3000"/>
              <a:buFont typeface="Arial"/>
              <a:buChar char="•"/>
            </a:pPr>
            <a:r>
              <a:rPr b="1" i="0" lang="en-US" sz="3000" u="none" cap="none" strike="noStrike">
                <a:solidFill>
                  <a:schemeClr val="dk1"/>
                </a:solidFill>
                <a:latin typeface="Times New Roman"/>
                <a:ea typeface="Times New Roman"/>
                <a:cs typeface="Times New Roman"/>
                <a:sym typeface="Times New Roman"/>
              </a:rPr>
              <a:t>A</a:t>
            </a:r>
            <a:r>
              <a:rPr b="0" i="0" lang="en-US" sz="2400" u="none" cap="none" strike="noStrike">
                <a:solidFill>
                  <a:schemeClr val="dk1"/>
                </a:solidFill>
                <a:latin typeface="Times New Roman"/>
                <a:ea typeface="Times New Roman"/>
                <a:cs typeface="Times New Roman"/>
                <a:sym typeface="Times New Roman"/>
              </a:rPr>
              <a:t>uthenticity: be yourself.</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3000"/>
              <a:buFont typeface="Arial"/>
              <a:buChar char="•"/>
            </a:pPr>
            <a:r>
              <a:rPr b="1" i="0" lang="en-US" sz="3000" u="none" cap="none" strike="noStrike">
                <a:solidFill>
                  <a:schemeClr val="dk1"/>
                </a:solidFill>
                <a:latin typeface="Times New Roman"/>
                <a:ea typeface="Times New Roman"/>
                <a:cs typeface="Times New Roman"/>
                <a:sym typeface="Times New Roman"/>
              </a:rPr>
              <a:t>I</a:t>
            </a:r>
            <a:r>
              <a:rPr b="0" i="0" lang="en-US" sz="2400" u="none" cap="none" strike="noStrike">
                <a:solidFill>
                  <a:schemeClr val="dk1"/>
                </a:solidFill>
                <a:latin typeface="Times New Roman"/>
                <a:ea typeface="Times New Roman"/>
                <a:cs typeface="Times New Roman"/>
                <a:sym typeface="Times New Roman"/>
              </a:rPr>
              <a:t>ntegrity:  be as good as your word.</a:t>
            </a:r>
            <a:endParaRPr b="0" i="0" sz="1400" u="none" cap="none" strike="noStrike">
              <a:solidFill>
                <a:srgbClr val="000000"/>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3000"/>
              <a:buFont typeface="Arial"/>
              <a:buChar char="•"/>
            </a:pPr>
            <a:r>
              <a:rPr b="1" i="0" lang="en-US" sz="3000" u="none" cap="none" strike="noStrike">
                <a:solidFill>
                  <a:schemeClr val="dk1"/>
                </a:solidFill>
                <a:latin typeface="Times New Roman"/>
                <a:ea typeface="Times New Roman"/>
                <a:cs typeface="Times New Roman"/>
                <a:sym typeface="Times New Roman"/>
              </a:rPr>
              <a:t>L</a:t>
            </a:r>
            <a:r>
              <a:rPr b="0" i="0" lang="en-US" sz="2400" u="none" cap="none" strike="noStrike">
                <a:solidFill>
                  <a:schemeClr val="dk1"/>
                </a:solidFill>
                <a:latin typeface="Times New Roman"/>
                <a:ea typeface="Times New Roman"/>
                <a:cs typeface="Times New Roman"/>
                <a:sym typeface="Times New Roman"/>
              </a:rPr>
              <a:t>ove: wish your listeners well.</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5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7"/>
          <p:cNvSpPr txBox="1"/>
          <p:nvPr/>
        </p:nvSpPr>
        <p:spPr>
          <a:xfrm>
            <a:off x="1043608" y="843558"/>
            <a:ext cx="7416824" cy="252376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Times New Roman"/>
                <a:ea typeface="Times New Roman"/>
                <a:cs typeface="Times New Roman"/>
                <a:sym typeface="Times New Roman"/>
              </a:rPr>
              <a:t>References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Guffey, M. E., &amp; Loewy, D. (2016). </a:t>
            </a:r>
            <a:r>
              <a:rPr b="0" i="1" lang="en-US" sz="2400" u="none" cap="none" strike="noStrike">
                <a:solidFill>
                  <a:schemeClr val="dk1"/>
                </a:solidFill>
                <a:latin typeface="Times New Roman"/>
                <a:ea typeface="Times New Roman"/>
                <a:cs typeface="Times New Roman"/>
                <a:sym typeface="Times New Roman"/>
              </a:rPr>
              <a:t>Essentials of business  </a:t>
            </a:r>
            <a:br>
              <a:rPr b="0" i="1" lang="en-US" sz="2400" u="none" cap="none" strike="noStrike">
                <a:solidFill>
                  <a:schemeClr val="dk1"/>
                </a:solidFill>
                <a:latin typeface="Times New Roman"/>
                <a:ea typeface="Times New Roman"/>
                <a:cs typeface="Times New Roman"/>
                <a:sym typeface="Times New Roman"/>
              </a:rPr>
            </a:br>
            <a:r>
              <a:rPr b="0" i="1" lang="en-US" sz="2400" u="none" cap="none" strike="noStrike">
                <a:solidFill>
                  <a:schemeClr val="dk1"/>
                </a:solidFill>
                <a:latin typeface="Times New Roman"/>
                <a:ea typeface="Times New Roman"/>
                <a:cs typeface="Times New Roman"/>
                <a:sym typeface="Times New Roman"/>
              </a:rPr>
              <a:t>       communication (10th ed.)</a:t>
            </a:r>
            <a:r>
              <a:rPr b="0" i="0" lang="en-US" sz="2400" u="none" cap="none" strike="noStrike">
                <a:solidFill>
                  <a:schemeClr val="dk1"/>
                </a:solidFill>
                <a:latin typeface="Times New Roman"/>
                <a:ea typeface="Times New Roman"/>
                <a:cs typeface="Times New Roman"/>
                <a:sym typeface="Times New Roman"/>
              </a:rPr>
              <a:t>. Cengage Learning.</a:t>
            </a:r>
            <a:endParaRPr b="0" i="0"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Belleza"/>
              <a:ea typeface="Belleza"/>
              <a:cs typeface="Belleza"/>
              <a:sym typeface="Belleza"/>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Belleza"/>
              <a:ea typeface="Belleza"/>
              <a:cs typeface="Belleza"/>
              <a:sym typeface="Belleza"/>
            </a:endParaRPr>
          </a:p>
        </p:txBody>
      </p:sp>
    </p:spTree>
  </p:cSld>
  <p:clrMapOvr>
    <a:masterClrMapping/>
  </p:clrMapOvr>
</p:sld>
</file>

<file path=ppt/theme/theme1.xml><?xml version="1.0" encoding="utf-8"?>
<a:theme xmlns:a="http://schemas.openxmlformats.org/drawingml/2006/main" xmlns:r="http://schemas.openxmlformats.org/officeDocument/2006/relationships" name="Cover and End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ection Break Slide Master">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ontents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2016-12-05T23:26:54Z</dcterms:created>
  <dc:creator>GoogleSlidesPPT.com;Allppt.com</dc:creator>
</cp:coreProperties>
</file>