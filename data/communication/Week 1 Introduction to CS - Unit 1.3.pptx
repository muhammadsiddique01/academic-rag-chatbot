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3" r:id="rId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22" roundtripDataSignature="AMtx7miHNIiXyTGmlQGcsZOfknJ7imtj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4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4" Type="http://schemas.openxmlformats.org/officeDocument/2006/relationships/slide" Target="slides/slide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layout">
  <p:cSld name="Cover Slide layou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>
            <a:spLocks noGrp="1"/>
          </p:cNvSpPr>
          <p:nvPr>
            <p:ph type="body" idx="1"/>
          </p:nvPr>
        </p:nvSpPr>
        <p:spPr>
          <a:xfrm>
            <a:off x="0" y="4940281"/>
            <a:ext cx="9144000" cy="6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2"/>
          </p:nvPr>
        </p:nvSpPr>
        <p:spPr>
          <a:xfrm>
            <a:off x="-148" y="5637245"/>
            <a:ext cx="9144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Layout">
  <p:cSld name="Agenda Layout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/>
          <p:nvPr/>
        </p:nvSpPr>
        <p:spPr>
          <a:xfrm>
            <a:off x="2699644" y="932723"/>
            <a:ext cx="3744416" cy="4992555"/>
          </a:xfrm>
          <a:prstGeom prst="ellipse">
            <a:avLst/>
          </a:prstGeom>
          <a:solidFill>
            <a:srgbClr val="17365D">
              <a:alpha val="7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20"/>
          <p:cNvSpPr txBox="1">
            <a:spLocks noGrp="1"/>
          </p:cNvSpPr>
          <p:nvPr>
            <p:ph type="body" idx="1"/>
          </p:nvPr>
        </p:nvSpPr>
        <p:spPr>
          <a:xfrm>
            <a:off x="2699792" y="2908307"/>
            <a:ext cx="3744416" cy="76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body" idx="2"/>
          </p:nvPr>
        </p:nvSpPr>
        <p:spPr>
          <a:xfrm>
            <a:off x="2699644" y="3676392"/>
            <a:ext cx="3744416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0850" y="0"/>
            <a:ext cx="6088050" cy="7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-23339" y="6123000"/>
            <a:ext cx="6088050" cy="7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7"/>
          <p:cNvSpPr txBox="1"/>
          <p:nvPr/>
        </p:nvSpPr>
        <p:spPr>
          <a:xfrm>
            <a:off x="179512" y="164638"/>
            <a:ext cx="1440160" cy="3385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13000"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685800" y="2669114"/>
            <a:ext cx="7543800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</a:t>
            </a:r>
            <a:r>
              <a:rPr lang="en-US" sz="3600" b="1" i="0" u="none" strike="noStrike" cap="none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Skills Unit 1.3</a:t>
            </a:r>
            <a:endParaRPr sz="36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524000"/>
            <a:ext cx="845820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/>
          <p:nvPr/>
        </p:nvSpPr>
        <p:spPr>
          <a:xfrm>
            <a:off x="1176866" y="915337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Communication Process</a:t>
            </a: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/>
        </p:nvSpPr>
        <p:spPr>
          <a:xfrm>
            <a:off x="1401233" y="776189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Communication Process</a:t>
            </a:r>
            <a:endParaRPr b="1" dirty="0"/>
          </a:p>
        </p:txBody>
      </p:sp>
      <p:sp>
        <p:nvSpPr>
          <p:cNvPr id="67" name="Google Shape;67;p8"/>
          <p:cNvSpPr txBox="1"/>
          <p:nvPr/>
        </p:nvSpPr>
        <p:spPr>
          <a:xfrm>
            <a:off x="609600" y="1676401"/>
            <a:ext cx="8382000" cy="425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sender has an idea. 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sender encodes the idea as a message. 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sender produces the message in a transmittable medium. 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sender transmits the message through a channel. 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audience receives the message. 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audience decodes the message. 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audience responds to the message. 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audience sends feedback. 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70</Words>
  <Application>Microsoft Office PowerPoint</Application>
  <PresentationFormat>On-screen Show (4:3)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Cover and End Slide Master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Syeda Javaid</dc:creator>
  <cp:lastModifiedBy>Misbah Majeed</cp:lastModifiedBy>
  <cp:revision>5</cp:revision>
  <dcterms:created xsi:type="dcterms:W3CDTF">2006-08-16T00:00:00Z</dcterms:created>
  <dcterms:modified xsi:type="dcterms:W3CDTF">2020-07-13T06:45:13Z</dcterms:modified>
</cp:coreProperties>
</file>