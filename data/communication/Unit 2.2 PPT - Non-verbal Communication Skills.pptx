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1" r:id="rId2"/>
    <p:sldMasterId id="2147483653" r:id="rId3"/>
  </p:sldMasterIdLst>
  <p:notesMasterIdLst>
    <p:notesMasterId r:id="rId10"/>
  </p:notesMasterIdLst>
  <p:sldIdLst>
    <p:sldId id="256" r:id="rId4"/>
    <p:sldId id="340" r:id="rId5"/>
    <p:sldId id="342" r:id="rId6"/>
    <p:sldId id="344" r:id="rId7"/>
    <p:sldId id="343" r:id="rId8"/>
    <p:sldId id="309" r:id="rId9"/>
  </p:sldIdLst>
  <p:sldSz cx="9144000" cy="5143500" type="screen16x9"/>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D8D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37" autoAdjust="0"/>
    <p:restoredTop sz="94660"/>
  </p:normalViewPr>
  <p:slideViewPr>
    <p:cSldViewPr>
      <p:cViewPr varScale="1">
        <p:scale>
          <a:sx n="97" d="100"/>
          <a:sy n="97" d="100"/>
        </p:scale>
        <p:origin x="420" y="7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presProps" Target="presProps.xml"/><Relationship Id="rId5" Type="http://schemas.openxmlformats.org/officeDocument/2006/relationships/slide" Target="slides/slide2.xml"/><Relationship Id="rId10"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062E48-2130-43D2-9F6F-4645F77BBD45}" type="datetimeFigureOut">
              <a:rPr lang="en-US" smtClean="0"/>
              <a:t>20-Jun-20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BA85AB-254C-4BA1-9AE3-9AC707C2D500}" type="slidenum">
              <a:rPr lang="en-US" smtClean="0"/>
              <a:t>‹#›</a:t>
            </a:fld>
            <a:endParaRPr lang="en-US"/>
          </a:p>
        </p:txBody>
      </p:sp>
    </p:spTree>
    <p:extLst>
      <p:ext uri="{BB962C8B-B14F-4D97-AF65-F5344CB8AC3E}">
        <p14:creationId xmlns:p14="http://schemas.microsoft.com/office/powerpoint/2010/main" val="20360462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a:extLst>
              <a:ext uri="{FF2B5EF4-FFF2-40B4-BE49-F238E27FC236}">
                <a16:creationId xmlns:a16="http://schemas.microsoft.com/office/drawing/2014/main" id="{A1A0E292-1A95-C849-BB9E-8EFAC3EE26E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1" name="Notes Placeholder 2">
            <a:extLst>
              <a:ext uri="{FF2B5EF4-FFF2-40B4-BE49-F238E27FC236}">
                <a16:creationId xmlns:a16="http://schemas.microsoft.com/office/drawing/2014/main" id="{8E6E71BE-36F0-6C49-8DAF-237CE719BDC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lnSpc>
                <a:spcPct val="90000"/>
              </a:lnSpc>
              <a:spcBef>
                <a:spcPct val="0"/>
              </a:spcBef>
            </a:pPr>
            <a:endParaRPr lang="en-US" altLang="en-US" dirty="0"/>
          </a:p>
        </p:txBody>
      </p:sp>
      <p:sp>
        <p:nvSpPr>
          <p:cNvPr id="43012" name="Slide Number Placeholder 3">
            <a:extLst>
              <a:ext uri="{FF2B5EF4-FFF2-40B4-BE49-F238E27FC236}">
                <a16:creationId xmlns:a16="http://schemas.microsoft.com/office/drawing/2014/main" id="{A78220E8-F0E3-7247-89F0-E281FAC3D9F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Book Antiqua" panose="02040602050305030304" pitchFamily="18" charset="0"/>
                <a:ea typeface="MS PGothic" panose="020B0600070205080204" pitchFamily="34" charset="-128"/>
              </a:defRPr>
            </a:lvl1pPr>
            <a:lvl2pPr marL="742950" indent="-285750" eaLnBrk="0" hangingPunct="0">
              <a:defRPr>
                <a:solidFill>
                  <a:schemeClr val="tx1"/>
                </a:solidFill>
                <a:latin typeface="Book Antiqua" panose="02040602050305030304" pitchFamily="18" charset="0"/>
                <a:ea typeface="MS PGothic" panose="020B0600070205080204" pitchFamily="34" charset="-128"/>
              </a:defRPr>
            </a:lvl2pPr>
            <a:lvl3pPr marL="1143000" indent="-228600" eaLnBrk="0" hangingPunct="0">
              <a:defRPr>
                <a:solidFill>
                  <a:schemeClr val="tx1"/>
                </a:solidFill>
                <a:latin typeface="Book Antiqua" panose="02040602050305030304" pitchFamily="18" charset="0"/>
                <a:ea typeface="MS PGothic" panose="020B0600070205080204" pitchFamily="34" charset="-128"/>
              </a:defRPr>
            </a:lvl3pPr>
            <a:lvl4pPr marL="1600200" indent="-228600" eaLnBrk="0" hangingPunct="0">
              <a:defRPr>
                <a:solidFill>
                  <a:schemeClr val="tx1"/>
                </a:solidFill>
                <a:latin typeface="Book Antiqua" panose="02040602050305030304" pitchFamily="18" charset="0"/>
                <a:ea typeface="MS PGothic" panose="020B0600070205080204" pitchFamily="34" charset="-128"/>
              </a:defRPr>
            </a:lvl4pPr>
            <a:lvl5pPr marL="2057400" indent="-228600" eaLnBrk="0" hangingPunct="0">
              <a:defRPr>
                <a:solidFill>
                  <a:schemeClr val="tx1"/>
                </a:solidFill>
                <a:latin typeface="Book Antiqua" panose="02040602050305030304" pitchFamily="18"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9pPr>
          </a:lstStyle>
          <a:p>
            <a:pPr eaLnBrk="1" hangingPunct="1"/>
            <a:fld id="{092842B3-4F89-174D-9DF6-009E98BEC425}" type="slidenum">
              <a:rPr lang="en-US" altLang="en-US">
                <a:latin typeface="Calibri" panose="020F0502020204030204" pitchFamily="34" charset="0"/>
              </a:rPr>
              <a:pPr eaLnBrk="1" hangingPunct="1"/>
              <a:t>2</a:t>
            </a:fld>
            <a:endParaRPr lang="en-US" altLang="en-US" dirty="0">
              <a:latin typeface="Calibri" panose="020F0502020204030204" pitchFamily="34" charset="0"/>
            </a:endParaRPr>
          </a:p>
        </p:txBody>
      </p:sp>
    </p:spTree>
    <p:extLst>
      <p:ext uri="{BB962C8B-B14F-4D97-AF65-F5344CB8AC3E}">
        <p14:creationId xmlns:p14="http://schemas.microsoft.com/office/powerpoint/2010/main" val="26260491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a:extLst>
              <a:ext uri="{FF2B5EF4-FFF2-40B4-BE49-F238E27FC236}">
                <a16:creationId xmlns:a16="http://schemas.microsoft.com/office/drawing/2014/main" id="{02D8EAB0-7DEF-0B47-B181-B0634FBA434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Notes Placeholder 2">
            <a:extLst>
              <a:ext uri="{FF2B5EF4-FFF2-40B4-BE49-F238E27FC236}">
                <a16:creationId xmlns:a16="http://schemas.microsoft.com/office/drawing/2014/main" id="{1ACA01D0-8D25-954C-A71F-4AA56DCE5A1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45060" name="Slide Number Placeholder 3">
            <a:extLst>
              <a:ext uri="{FF2B5EF4-FFF2-40B4-BE49-F238E27FC236}">
                <a16:creationId xmlns:a16="http://schemas.microsoft.com/office/drawing/2014/main" id="{1BB08200-7841-AF4F-AD6C-FDBED2400E4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Book Antiqua" panose="02040602050305030304" pitchFamily="18" charset="0"/>
                <a:ea typeface="MS PGothic" panose="020B0600070205080204" pitchFamily="34" charset="-128"/>
              </a:defRPr>
            </a:lvl1pPr>
            <a:lvl2pPr marL="742950" indent="-285750" eaLnBrk="0" hangingPunct="0">
              <a:defRPr>
                <a:solidFill>
                  <a:schemeClr val="tx1"/>
                </a:solidFill>
                <a:latin typeface="Book Antiqua" panose="02040602050305030304" pitchFamily="18" charset="0"/>
                <a:ea typeface="MS PGothic" panose="020B0600070205080204" pitchFamily="34" charset="-128"/>
              </a:defRPr>
            </a:lvl2pPr>
            <a:lvl3pPr marL="1143000" indent="-228600" eaLnBrk="0" hangingPunct="0">
              <a:defRPr>
                <a:solidFill>
                  <a:schemeClr val="tx1"/>
                </a:solidFill>
                <a:latin typeface="Book Antiqua" panose="02040602050305030304" pitchFamily="18" charset="0"/>
                <a:ea typeface="MS PGothic" panose="020B0600070205080204" pitchFamily="34" charset="-128"/>
              </a:defRPr>
            </a:lvl3pPr>
            <a:lvl4pPr marL="1600200" indent="-228600" eaLnBrk="0" hangingPunct="0">
              <a:defRPr>
                <a:solidFill>
                  <a:schemeClr val="tx1"/>
                </a:solidFill>
                <a:latin typeface="Book Antiqua" panose="02040602050305030304" pitchFamily="18" charset="0"/>
                <a:ea typeface="MS PGothic" panose="020B0600070205080204" pitchFamily="34" charset="-128"/>
              </a:defRPr>
            </a:lvl4pPr>
            <a:lvl5pPr marL="2057400" indent="-228600" eaLnBrk="0" hangingPunct="0">
              <a:defRPr>
                <a:solidFill>
                  <a:schemeClr val="tx1"/>
                </a:solidFill>
                <a:latin typeface="Book Antiqua" panose="02040602050305030304" pitchFamily="18"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9pPr>
          </a:lstStyle>
          <a:p>
            <a:pPr eaLnBrk="1" hangingPunct="1"/>
            <a:fld id="{0DB6A1E4-5FA7-3741-8745-159CFE65C291}" type="slidenum">
              <a:rPr lang="en-US" altLang="en-US">
                <a:latin typeface="Calibri" panose="020F0502020204030204" pitchFamily="34" charset="0"/>
              </a:rPr>
              <a:pPr eaLnBrk="1" hangingPunct="1"/>
              <a:t>3</a:t>
            </a:fld>
            <a:endParaRPr lang="en-US" altLang="en-US" dirty="0">
              <a:latin typeface="Calibri" panose="020F0502020204030204" pitchFamily="34" charset="0"/>
            </a:endParaRPr>
          </a:p>
        </p:txBody>
      </p:sp>
    </p:spTree>
    <p:extLst>
      <p:ext uri="{BB962C8B-B14F-4D97-AF65-F5344CB8AC3E}">
        <p14:creationId xmlns:p14="http://schemas.microsoft.com/office/powerpoint/2010/main" val="4180412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a:extLst>
              <a:ext uri="{FF2B5EF4-FFF2-40B4-BE49-F238E27FC236}">
                <a16:creationId xmlns:a16="http://schemas.microsoft.com/office/drawing/2014/main" id="{FBE38832-C366-9E4F-A126-65D59DA2DEC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1" name="Notes Placeholder 2">
            <a:extLst>
              <a:ext uri="{FF2B5EF4-FFF2-40B4-BE49-F238E27FC236}">
                <a16:creationId xmlns:a16="http://schemas.microsoft.com/office/drawing/2014/main" id="{1A74914B-F13F-5647-9A8A-09D1254B216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defRPr/>
            </a:pPr>
            <a:r>
              <a:rPr lang="en-US" altLang="en-US" dirty="0">
                <a:latin typeface="Arial" panose="020B0604020202020204" pitchFamily="34" charset="0"/>
              </a:rPr>
              <a:t>There are many rules for following APA format, and the facilitator should stress that it is nearly impossible to memorize them all. Students</a:t>
            </a:r>
            <a:r>
              <a:rPr lang="ja-JP" altLang="en-US">
                <a:latin typeface="Arial" panose="020B0604020202020204" pitchFamily="34" charset="0"/>
              </a:rPr>
              <a:t>’</a:t>
            </a:r>
            <a:r>
              <a:rPr lang="en-US" altLang="ja-JP" dirty="0">
                <a:latin typeface="Arial" panose="020B0604020202020204" pitchFamily="34" charset="0"/>
              </a:rPr>
              <a:t> best course of action is to utilize the official APA handbook or the APA section in an updated composition textbook as guides for properly using the documentation format.  Since the American Psychological Association, a professional group of behavioral and social science professors and instructors, periodically updates the guide, students should be certain that they are using the most current information possible. </a:t>
            </a:r>
          </a:p>
          <a:p>
            <a:pPr eaLnBrk="1" hangingPunct="1">
              <a:spcBef>
                <a:spcPct val="0"/>
              </a:spcBef>
              <a:defRPr/>
            </a:pPr>
            <a:endParaRPr lang="en-US" altLang="en-US" dirty="0">
              <a:latin typeface="Arial" panose="020B0604020202020204" pitchFamily="34" charset="0"/>
            </a:endParaRPr>
          </a:p>
          <a:p>
            <a:pPr eaLnBrk="1" hangingPunct="1">
              <a:spcBef>
                <a:spcPct val="0"/>
              </a:spcBef>
              <a:defRPr/>
            </a:pPr>
            <a:r>
              <a:rPr lang="en-US" altLang="en-US" dirty="0">
                <a:latin typeface="Arial" panose="020B0604020202020204" pitchFamily="34" charset="0"/>
              </a:rPr>
              <a:t>There are other resources for finding current information on APA documentation style. The APA web site offers some limited information about recent format changes, especially regarding the documentation of electronic sources. The Purdue University Writing Lab has a page on APA formatting and documentation style on its website: https://owl.purdue.edu/owl/research_and_citation/apa7_style/apa_formatting_and_style_guide/general_format.html</a:t>
            </a:r>
            <a:br>
              <a:rPr lang="en-US" altLang="en-US" dirty="0">
                <a:latin typeface="Arial" panose="020B0604020202020204" pitchFamily="34" charset="0"/>
              </a:rPr>
            </a:br>
            <a:endParaRPr lang="en-US" altLang="en-US" dirty="0">
              <a:latin typeface="Arial" panose="020B0604020202020204" pitchFamily="34" charset="0"/>
            </a:endParaRPr>
          </a:p>
          <a:p>
            <a:pPr eaLnBrk="1" hangingPunct="1">
              <a:spcBef>
                <a:spcPct val="0"/>
              </a:spcBef>
              <a:defRPr/>
            </a:pPr>
            <a:r>
              <a:rPr lang="en-US" altLang="en-US" dirty="0">
                <a:latin typeface="Arial" panose="020B0604020202020204" pitchFamily="34" charset="0"/>
              </a:rPr>
              <a:t>For quick questions on APA format, students can also call the Writing Lab Grammar Hotline at 494-3723.</a:t>
            </a:r>
          </a:p>
        </p:txBody>
      </p:sp>
      <p:sp>
        <p:nvSpPr>
          <p:cNvPr id="78852" name="Slide Number Placeholder 3">
            <a:extLst>
              <a:ext uri="{FF2B5EF4-FFF2-40B4-BE49-F238E27FC236}">
                <a16:creationId xmlns:a16="http://schemas.microsoft.com/office/drawing/2014/main" id="{96F04F27-45F9-FA4C-AE9A-1BF1D9E794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Book Antiqua" panose="02040602050305030304" pitchFamily="18" charset="0"/>
                <a:ea typeface="MS PGothic" panose="020B0600070205080204" pitchFamily="34" charset="-128"/>
              </a:defRPr>
            </a:lvl1pPr>
            <a:lvl2pPr marL="742950" indent="-285750" eaLnBrk="0" hangingPunct="0">
              <a:defRPr>
                <a:solidFill>
                  <a:schemeClr val="tx1"/>
                </a:solidFill>
                <a:latin typeface="Book Antiqua" panose="02040602050305030304" pitchFamily="18" charset="0"/>
                <a:ea typeface="MS PGothic" panose="020B0600070205080204" pitchFamily="34" charset="-128"/>
              </a:defRPr>
            </a:lvl2pPr>
            <a:lvl3pPr marL="1143000" indent="-228600" eaLnBrk="0" hangingPunct="0">
              <a:defRPr>
                <a:solidFill>
                  <a:schemeClr val="tx1"/>
                </a:solidFill>
                <a:latin typeface="Book Antiqua" panose="02040602050305030304" pitchFamily="18" charset="0"/>
                <a:ea typeface="MS PGothic" panose="020B0600070205080204" pitchFamily="34" charset="-128"/>
              </a:defRPr>
            </a:lvl3pPr>
            <a:lvl4pPr marL="1600200" indent="-228600" eaLnBrk="0" hangingPunct="0">
              <a:defRPr>
                <a:solidFill>
                  <a:schemeClr val="tx1"/>
                </a:solidFill>
                <a:latin typeface="Book Antiqua" panose="02040602050305030304" pitchFamily="18" charset="0"/>
                <a:ea typeface="MS PGothic" panose="020B0600070205080204" pitchFamily="34" charset="-128"/>
              </a:defRPr>
            </a:lvl4pPr>
            <a:lvl5pPr marL="2057400" indent="-228600" eaLnBrk="0" hangingPunct="0">
              <a:defRPr>
                <a:solidFill>
                  <a:schemeClr val="tx1"/>
                </a:solidFill>
                <a:latin typeface="Book Antiqua" panose="02040602050305030304" pitchFamily="18"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9pPr>
          </a:lstStyle>
          <a:p>
            <a:pPr eaLnBrk="1" hangingPunct="1"/>
            <a:fld id="{A9EF7409-915A-1849-9BC2-8DFE3AB13E8B}" type="slidenum">
              <a:rPr lang="en-US" altLang="en-US">
                <a:latin typeface="Calibri" panose="020F0502020204030204" pitchFamily="34" charset="0"/>
              </a:rPr>
              <a:pPr eaLnBrk="1" hangingPunct="1"/>
              <a:t>6</a:t>
            </a:fld>
            <a:endParaRPr lang="en-US" altLang="en-US" dirty="0">
              <a:latin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3705210"/>
            <a:ext cx="9144000" cy="522725"/>
          </a:xfrm>
          <a:prstGeom prst="rect">
            <a:avLst/>
          </a:prstGeom>
        </p:spPr>
        <p:txBody>
          <a:bodyPr anchor="ctr"/>
          <a:lstStyle>
            <a:lvl1pPr marL="0" indent="0" algn="ctr">
              <a:lnSpc>
                <a:spcPct val="100000"/>
              </a:lnSpc>
              <a:buNone/>
              <a:defRPr sz="3600" b="1" baseline="0">
                <a:solidFill>
                  <a:schemeClr val="tx1">
                    <a:lumMod val="75000"/>
                    <a:lumOff val="25000"/>
                  </a:schemeClr>
                </a:solidFill>
                <a:latin typeface="+mj-lt"/>
                <a:cs typeface="Arial" pitchFamily="34" charset="0"/>
              </a:defRPr>
            </a:lvl1pPr>
          </a:lstStyle>
          <a:p>
            <a:pPr lvl="0"/>
            <a:r>
              <a:rPr lang="en-US" altLang="ko-KR" dirty="0">
                <a:ea typeface="맑은 고딕" pitchFamily="50" charset="-127"/>
              </a:rPr>
              <a:t>title</a:t>
            </a:r>
            <a:endParaRPr lang="en-US" altLang="ko-KR" dirty="0"/>
          </a:p>
        </p:txBody>
      </p:sp>
      <p:sp>
        <p:nvSpPr>
          <p:cNvPr id="11" name="Text Placeholder 9"/>
          <p:cNvSpPr>
            <a:spLocks noGrp="1"/>
          </p:cNvSpPr>
          <p:nvPr>
            <p:ph type="body" sz="quarter" idx="11" hasCustomPrompt="1"/>
          </p:nvPr>
        </p:nvSpPr>
        <p:spPr>
          <a:xfrm>
            <a:off x="-148" y="4227934"/>
            <a:ext cx="9144000" cy="288032"/>
          </a:xfrm>
          <a:prstGeom prst="rect">
            <a:avLst/>
          </a:prstGeom>
        </p:spPr>
        <p:txBody>
          <a:bodyPr anchor="ctr"/>
          <a:lstStyle>
            <a:lvl1pPr marL="0" indent="0" algn="ctr">
              <a:lnSpc>
                <a:spcPct val="100000"/>
              </a:lnSpc>
              <a:buNone/>
              <a:defRPr sz="1400" b="1" baseline="0">
                <a:solidFill>
                  <a:schemeClr val="tx1">
                    <a:lumMod val="75000"/>
                    <a:lumOff val="25000"/>
                  </a:schemeClr>
                </a:solidFill>
                <a:latin typeface="+mn-lt"/>
                <a:cs typeface="Arial" pitchFamily="34" charset="0"/>
              </a:defRPr>
            </a:lvl1pPr>
          </a:lstStyle>
          <a:p>
            <a:pPr lvl="0"/>
            <a:r>
              <a:rPr lang="en-US" altLang="ko-KR" dirty="0"/>
              <a:t>INSTERT THE TITLE OF YOUR PRESENTATION HERE</a:t>
            </a:r>
            <a:endParaRPr lang="ko-KR" altLang="en-US" dirty="0"/>
          </a:p>
        </p:txBody>
      </p:sp>
    </p:spTree>
    <p:extLst>
      <p:ext uri="{BB962C8B-B14F-4D97-AF65-F5344CB8AC3E}">
        <p14:creationId xmlns:p14="http://schemas.microsoft.com/office/powerpoint/2010/main" val="41627365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d Slide Layout">
    <p:bg>
      <p:bgPr>
        <a:blipFill dpi="0" rotWithShape="1">
          <a:blip r:embed="rId2" cstate="print">
            <a:lum/>
          </a:blip>
          <a:srcRect/>
          <a:stretch>
            <a:fillRect t="-18000" b="-18000"/>
          </a:stretch>
        </a:blipFill>
        <a:effectLst/>
      </p:bgPr>
    </p:bg>
    <p:spTree>
      <p:nvGrpSpPr>
        <p:cNvPr id="1" name=""/>
        <p:cNvGrpSpPr/>
        <p:nvPr/>
      </p:nvGrpSpPr>
      <p:grpSpPr>
        <a:xfrm>
          <a:off x="0" y="0"/>
          <a:ext cx="0" cy="0"/>
          <a:chOff x="0" y="0"/>
          <a:chExt cx="0" cy="0"/>
        </a:xfrm>
      </p:grpSpPr>
      <p:sp>
        <p:nvSpPr>
          <p:cNvPr id="2" name="Oval 1"/>
          <p:cNvSpPr/>
          <p:nvPr userDrawn="1"/>
        </p:nvSpPr>
        <p:spPr>
          <a:xfrm>
            <a:off x="2699644" y="699542"/>
            <a:ext cx="3744416" cy="3744416"/>
          </a:xfrm>
          <a:prstGeom prst="ellipse">
            <a:avLst/>
          </a:prstGeom>
          <a:solidFill>
            <a:schemeClr val="tx2">
              <a:lumMod val="75000"/>
              <a:alpha val="77000"/>
            </a:schemeClr>
          </a:solidFill>
          <a:ln w="857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 Placeholder 9"/>
          <p:cNvSpPr>
            <a:spLocks noGrp="1"/>
          </p:cNvSpPr>
          <p:nvPr>
            <p:ph type="body" sz="quarter" idx="10" hasCustomPrompt="1"/>
          </p:nvPr>
        </p:nvSpPr>
        <p:spPr>
          <a:xfrm>
            <a:off x="2699792" y="2181230"/>
            <a:ext cx="3744416" cy="576063"/>
          </a:xfrm>
          <a:prstGeom prst="rect">
            <a:avLst/>
          </a:prstGeom>
        </p:spPr>
        <p:txBody>
          <a:bodyPr anchor="ctr"/>
          <a:lstStyle>
            <a:lvl1pPr marL="0" indent="0" algn="ctr">
              <a:buNone/>
              <a:defRPr sz="3600" b="1" baseline="0">
                <a:solidFill>
                  <a:schemeClr val="bg1"/>
                </a:solidFill>
                <a:latin typeface="+mj-lt"/>
                <a:cs typeface="Arial" pitchFamily="34" charset="0"/>
              </a:defRPr>
            </a:lvl1pPr>
          </a:lstStyle>
          <a:p>
            <a:pPr lvl="0"/>
            <a:r>
              <a:rPr lang="en-US" altLang="ko-KR" dirty="0"/>
              <a:t>Thank you</a:t>
            </a:r>
          </a:p>
        </p:txBody>
      </p:sp>
      <p:sp>
        <p:nvSpPr>
          <p:cNvPr id="11" name="Text Placeholder 9"/>
          <p:cNvSpPr>
            <a:spLocks noGrp="1"/>
          </p:cNvSpPr>
          <p:nvPr>
            <p:ph type="body" sz="quarter" idx="11" hasCustomPrompt="1"/>
          </p:nvPr>
        </p:nvSpPr>
        <p:spPr>
          <a:xfrm>
            <a:off x="2699644" y="2757294"/>
            <a:ext cx="3744416" cy="288032"/>
          </a:xfrm>
          <a:prstGeom prst="rect">
            <a:avLst/>
          </a:prstGeom>
        </p:spPr>
        <p:txBody>
          <a:bodyPr anchor="ctr"/>
          <a:lstStyle>
            <a:lvl1pPr marL="0" indent="0" algn="ctr">
              <a:buNone/>
              <a:defRPr sz="1400" b="0" baseline="0">
                <a:solidFill>
                  <a:schemeClr val="bg1"/>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9224771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Layout">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57120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48351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105958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312904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179512" y="555526"/>
            <a:ext cx="8424936" cy="576064"/>
          </a:xfrm>
          <a:prstGeom prst="rect">
            <a:avLst/>
          </a:prstGeom>
        </p:spPr>
        <p:txBody>
          <a:bodyPr anchor="ctr"/>
          <a:lstStyle>
            <a:lvl1pPr marL="0" indent="0" algn="l">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179512" y="1203598"/>
            <a:ext cx="8424936" cy="288032"/>
          </a:xfrm>
          <a:prstGeom prst="rect">
            <a:avLst/>
          </a:prstGeom>
        </p:spPr>
        <p:txBody>
          <a:bodyPr anchor="ctr"/>
          <a:lstStyle>
            <a:lvl1pPr marL="0" indent="0" algn="l">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14577139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179512" y="483518"/>
            <a:ext cx="4248472" cy="576064"/>
          </a:xfrm>
          <a:prstGeom prst="rect">
            <a:avLst/>
          </a:prstGeom>
        </p:spPr>
        <p:txBody>
          <a:bodyPr anchor="ctr"/>
          <a:lstStyle>
            <a:lvl1pPr marL="0" indent="0" algn="l">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179512" y="1131590"/>
            <a:ext cx="4248472" cy="288032"/>
          </a:xfrm>
          <a:prstGeom prst="rect">
            <a:avLst/>
          </a:prstGeom>
        </p:spPr>
        <p:txBody>
          <a:bodyPr anchor="ctr"/>
          <a:lstStyle>
            <a:lvl1pPr marL="0" indent="0" algn="l">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3927735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Basic Layout">
    <p:bg>
      <p:bgPr>
        <a:solidFill>
          <a:schemeClr val="bg1"/>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10595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75000"/>
                  <a:lumOff val="25000"/>
                </a:schemeClr>
              </a:solidFill>
            </a:endParaRPr>
          </a:p>
        </p:txBody>
      </p:sp>
      <p:sp>
        <p:nvSpPr>
          <p:cNvPr id="10" name="Text Placeholder 9"/>
          <p:cNvSpPr>
            <a:spLocks noGrp="1"/>
          </p:cNvSpPr>
          <p:nvPr>
            <p:ph type="body" sz="quarter" idx="10" hasCustomPrompt="1"/>
          </p:nvPr>
        </p:nvSpPr>
        <p:spPr>
          <a:xfrm>
            <a:off x="-42902" y="455940"/>
            <a:ext cx="9144000" cy="576064"/>
          </a:xfrm>
          <a:prstGeom prst="rect">
            <a:avLst/>
          </a:prstGeom>
        </p:spPr>
        <p:txBody>
          <a:bodyPr anchor="ctr"/>
          <a:lstStyle>
            <a:lvl1pPr marL="0" indent="0" algn="ctr">
              <a:buNone/>
              <a:defRPr sz="1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887988"/>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Picture Placeholder 2"/>
          <p:cNvSpPr>
            <a:spLocks noGrp="1"/>
          </p:cNvSpPr>
          <p:nvPr>
            <p:ph type="pic" idx="1" hasCustomPrompt="1"/>
          </p:nvPr>
        </p:nvSpPr>
        <p:spPr>
          <a:xfrm>
            <a:off x="649246" y="1275606"/>
            <a:ext cx="1648869" cy="1648869"/>
          </a:xfrm>
          <a:prstGeom prst="ellipse">
            <a:avLst/>
          </a:prstGeom>
          <a:solidFill>
            <a:schemeClr val="bg1">
              <a:lumMod val="95000"/>
            </a:schemeClr>
          </a:solidFill>
          <a:ln w="38100">
            <a:solidFill>
              <a:schemeClr val="tx2">
                <a:lumMod val="60000"/>
                <a:lumOff val="40000"/>
              </a:schemeClr>
            </a:solidFill>
          </a:ln>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6" name="Picture Placeholder 2"/>
          <p:cNvSpPr>
            <a:spLocks noGrp="1"/>
          </p:cNvSpPr>
          <p:nvPr>
            <p:ph type="pic" idx="12" hasCustomPrompt="1"/>
          </p:nvPr>
        </p:nvSpPr>
        <p:spPr>
          <a:xfrm>
            <a:off x="2720790" y="1275606"/>
            <a:ext cx="1648869" cy="1648869"/>
          </a:xfrm>
          <a:prstGeom prst="ellipse">
            <a:avLst/>
          </a:prstGeom>
          <a:solidFill>
            <a:schemeClr val="bg1">
              <a:lumMod val="95000"/>
            </a:schemeClr>
          </a:solidFill>
          <a:ln w="38100">
            <a:solidFill>
              <a:schemeClr val="tx2">
                <a:lumMod val="60000"/>
                <a:lumOff val="40000"/>
              </a:schemeClr>
            </a:solidFill>
          </a:ln>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7" name="Picture Placeholder 2"/>
          <p:cNvSpPr>
            <a:spLocks noGrp="1"/>
          </p:cNvSpPr>
          <p:nvPr>
            <p:ph type="pic" idx="13" hasCustomPrompt="1"/>
          </p:nvPr>
        </p:nvSpPr>
        <p:spPr>
          <a:xfrm>
            <a:off x="4792334" y="1275606"/>
            <a:ext cx="1648869" cy="1648869"/>
          </a:xfrm>
          <a:prstGeom prst="ellipse">
            <a:avLst/>
          </a:prstGeom>
          <a:solidFill>
            <a:schemeClr val="bg1">
              <a:lumMod val="95000"/>
            </a:schemeClr>
          </a:solidFill>
          <a:ln w="38100">
            <a:solidFill>
              <a:schemeClr val="tx2">
                <a:lumMod val="60000"/>
                <a:lumOff val="40000"/>
              </a:schemeClr>
            </a:solidFill>
          </a:ln>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8" name="Picture Placeholder 2"/>
          <p:cNvSpPr>
            <a:spLocks noGrp="1"/>
          </p:cNvSpPr>
          <p:nvPr>
            <p:ph type="pic" idx="14" hasCustomPrompt="1"/>
          </p:nvPr>
        </p:nvSpPr>
        <p:spPr>
          <a:xfrm>
            <a:off x="6863879" y="1275606"/>
            <a:ext cx="1648869" cy="1648869"/>
          </a:xfrm>
          <a:prstGeom prst="ellipse">
            <a:avLst/>
          </a:prstGeom>
          <a:solidFill>
            <a:schemeClr val="bg1">
              <a:lumMod val="95000"/>
            </a:schemeClr>
          </a:solidFill>
          <a:ln w="38100">
            <a:solidFill>
              <a:schemeClr val="tx2">
                <a:lumMod val="60000"/>
                <a:lumOff val="40000"/>
              </a:schemeClr>
            </a:solidFill>
          </a:ln>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26502411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0"/>
            <a:ext cx="9144000" cy="5143500"/>
          </a:xfrm>
          <a:prstGeom prst="rect">
            <a:avLst/>
          </a:prstGeom>
          <a:noFill/>
        </p:spPr>
        <p:txBody>
          <a:bodyPr lIns="720000" anchor="ctr"/>
          <a:lstStyle>
            <a:lvl1pPr marL="0" indent="0" algn="l">
              <a:buNone/>
              <a:defRPr sz="18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16159670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63139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Images and Contents Layout">
    <p:bg>
      <p:bgPr>
        <a:solidFill>
          <a:schemeClr val="tx2">
            <a:lumMod val="75000"/>
          </a:schemeClr>
        </a:solidFill>
        <a:effectLst/>
      </p:bgPr>
    </p:bg>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3347864" y="627534"/>
            <a:ext cx="5796136" cy="1052002"/>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8" name="Picture Placeholder 2"/>
          <p:cNvSpPr>
            <a:spLocks noGrp="1"/>
          </p:cNvSpPr>
          <p:nvPr>
            <p:ph type="pic" idx="12" hasCustomPrompt="1"/>
          </p:nvPr>
        </p:nvSpPr>
        <p:spPr>
          <a:xfrm>
            <a:off x="4104000" y="1798321"/>
            <a:ext cx="5040000" cy="1548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9" name="Picture Placeholder 2"/>
          <p:cNvSpPr>
            <a:spLocks noGrp="1"/>
          </p:cNvSpPr>
          <p:nvPr>
            <p:ph type="pic" idx="13" hasCustomPrompt="1"/>
          </p:nvPr>
        </p:nvSpPr>
        <p:spPr>
          <a:xfrm>
            <a:off x="4824000" y="3465106"/>
            <a:ext cx="4320000" cy="105086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2945812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3937417" y="627534"/>
            <a:ext cx="1872000" cy="3816424"/>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5" name="Picture Placeholder 2"/>
          <p:cNvSpPr>
            <a:spLocks noGrp="1"/>
          </p:cNvSpPr>
          <p:nvPr>
            <p:ph type="pic" idx="10" hasCustomPrompt="1"/>
          </p:nvPr>
        </p:nvSpPr>
        <p:spPr>
          <a:xfrm>
            <a:off x="1968708" y="627534"/>
            <a:ext cx="1872000" cy="3816424"/>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6" name="Picture Placeholder 2"/>
          <p:cNvSpPr>
            <a:spLocks noGrp="1"/>
          </p:cNvSpPr>
          <p:nvPr>
            <p:ph type="pic" idx="11" hasCustomPrompt="1"/>
          </p:nvPr>
        </p:nvSpPr>
        <p:spPr>
          <a:xfrm>
            <a:off x="0" y="627534"/>
            <a:ext cx="1872000" cy="3816424"/>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Tree>
    <p:extLst>
      <p:ext uri="{BB962C8B-B14F-4D97-AF65-F5344CB8AC3E}">
        <p14:creationId xmlns:p14="http://schemas.microsoft.com/office/powerpoint/2010/main" val="34165337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4" name="Picture Placeholder 2"/>
          <p:cNvSpPr>
            <a:spLocks noGrp="1"/>
          </p:cNvSpPr>
          <p:nvPr>
            <p:ph type="pic" idx="13" hasCustomPrompt="1"/>
          </p:nvPr>
        </p:nvSpPr>
        <p:spPr>
          <a:xfrm>
            <a:off x="3795621" y="627533"/>
            <a:ext cx="3294112" cy="1115553"/>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6" name="Picture Placeholder 2"/>
          <p:cNvSpPr>
            <a:spLocks noGrp="1"/>
          </p:cNvSpPr>
          <p:nvPr>
            <p:ph type="pic" idx="15" hasCustomPrompt="1"/>
          </p:nvPr>
        </p:nvSpPr>
        <p:spPr>
          <a:xfrm>
            <a:off x="5613166" y="3399271"/>
            <a:ext cx="3293944" cy="1116695"/>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7" name="Picture Placeholder 2"/>
          <p:cNvSpPr>
            <a:spLocks noGrp="1"/>
          </p:cNvSpPr>
          <p:nvPr>
            <p:ph type="pic" idx="16" hasCustomPrompt="1"/>
          </p:nvPr>
        </p:nvSpPr>
        <p:spPr>
          <a:xfrm>
            <a:off x="3795621" y="1815095"/>
            <a:ext cx="1728192" cy="270087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8" name="Picture Placeholder 2"/>
          <p:cNvSpPr>
            <a:spLocks noGrp="1"/>
          </p:cNvSpPr>
          <p:nvPr>
            <p:ph type="pic" idx="17" hasCustomPrompt="1"/>
          </p:nvPr>
        </p:nvSpPr>
        <p:spPr>
          <a:xfrm>
            <a:off x="5621504" y="1814524"/>
            <a:ext cx="1468228" cy="151216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2" name="Picture Placeholder 2"/>
          <p:cNvSpPr>
            <a:spLocks noGrp="1"/>
          </p:cNvSpPr>
          <p:nvPr>
            <p:ph type="pic" idx="18" hasCustomPrompt="1"/>
          </p:nvPr>
        </p:nvSpPr>
        <p:spPr>
          <a:xfrm>
            <a:off x="7178918" y="627533"/>
            <a:ext cx="1728192" cy="269973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21375891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411510"/>
            <a:ext cx="9144000" cy="576064"/>
          </a:xfrm>
          <a:prstGeom prst="rect">
            <a:avLst/>
          </a:prstGeom>
        </p:spPr>
        <p:txBody>
          <a:bodyPr anchor="ctr"/>
          <a:lstStyle>
            <a:lvl1pPr marL="0" indent="0" algn="ctr">
              <a:buNone/>
              <a:defRPr sz="1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987574"/>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4" name="Picture 3" descr="D:\Fullppt\005-PNG이미지\노트북.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7041" y="1313860"/>
            <a:ext cx="6438182" cy="3274563"/>
          </a:xfrm>
          <a:prstGeom prst="rect">
            <a:avLst/>
          </a:prstGeom>
          <a:noFill/>
          <a:extLst>
            <a:ext uri="{909E8E84-426E-40DD-AFC4-6F175D3DCCD1}">
              <a14:hiddenFill xmlns:a14="http://schemas.microsoft.com/office/drawing/2010/main">
                <a:solidFill>
                  <a:srgbClr val="FFFFFF"/>
                </a:solidFill>
              </a14:hiddenFill>
            </a:ext>
          </a:extLst>
        </p:spPr>
      </p:pic>
      <p:sp>
        <p:nvSpPr>
          <p:cNvPr id="5" name="Picture Placeholder 2"/>
          <p:cNvSpPr>
            <a:spLocks noGrp="1"/>
          </p:cNvSpPr>
          <p:nvPr>
            <p:ph type="pic" idx="1" hasCustomPrompt="1"/>
          </p:nvPr>
        </p:nvSpPr>
        <p:spPr>
          <a:xfrm>
            <a:off x="981898" y="1731279"/>
            <a:ext cx="3085597" cy="228186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1956077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475603"/>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ICON SETS LAYOUT</a:t>
            </a:r>
          </a:p>
        </p:txBody>
      </p:sp>
      <p:grpSp>
        <p:nvGrpSpPr>
          <p:cNvPr id="5" name="Group 4"/>
          <p:cNvGrpSpPr/>
          <p:nvPr userDrawn="1"/>
        </p:nvGrpSpPr>
        <p:grpSpPr>
          <a:xfrm>
            <a:off x="354008" y="1131589"/>
            <a:ext cx="2849840" cy="3384377"/>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bg1"/>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Tree>
    <p:extLst>
      <p:ext uri="{BB962C8B-B14F-4D97-AF65-F5344CB8AC3E}">
        <p14:creationId xmlns:p14="http://schemas.microsoft.com/office/powerpoint/2010/main" val="7381822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Break Layout">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4572000" y="2253238"/>
            <a:ext cx="4572000" cy="473576"/>
          </a:xfrm>
          <a:prstGeom prst="rect">
            <a:avLst/>
          </a:prstGeom>
        </p:spPr>
        <p:txBody>
          <a:bodyPr anchor="ctr"/>
          <a:lstStyle>
            <a:lvl1pPr marL="0" indent="0" algn="l">
              <a:buNone/>
              <a:defRPr sz="3600" b="0" baseline="0">
                <a:solidFill>
                  <a:schemeClr val="tx1">
                    <a:lumMod val="75000"/>
                    <a:lumOff val="25000"/>
                  </a:schemeClr>
                </a:solidFill>
                <a:latin typeface="+mj-lt"/>
                <a:cs typeface="Arial" pitchFamily="34" charset="0"/>
              </a:defRPr>
            </a:lvl1pPr>
          </a:lstStyle>
          <a:p>
            <a:pPr lvl="0"/>
            <a:r>
              <a:rPr lang="en-US" altLang="ko-KR" dirty="0"/>
              <a:t>SECTION BREAK</a:t>
            </a:r>
          </a:p>
        </p:txBody>
      </p:sp>
      <p:sp>
        <p:nvSpPr>
          <p:cNvPr id="11" name="Text Placeholder 9"/>
          <p:cNvSpPr>
            <a:spLocks noGrp="1"/>
          </p:cNvSpPr>
          <p:nvPr>
            <p:ph type="body" sz="quarter" idx="11" hasCustomPrompt="1"/>
          </p:nvPr>
        </p:nvSpPr>
        <p:spPr>
          <a:xfrm>
            <a:off x="4572000" y="2726814"/>
            <a:ext cx="4572000" cy="288032"/>
          </a:xfrm>
          <a:prstGeom prst="rect">
            <a:avLst/>
          </a:prstGeom>
        </p:spPr>
        <p:txBody>
          <a:bodyPr anchor="ctr"/>
          <a:lstStyle>
            <a:lvl1pPr marL="0" indent="0" algn="l">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17382354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721C7296-550F-814B-A49E-2CBD3C63AEF0}"/>
              </a:ext>
            </a:extLst>
          </p:cNvPr>
          <p:cNvSpPr>
            <a:spLocks noGrp="1"/>
          </p:cNvSpPr>
          <p:nvPr>
            <p:ph type="dt" sz="half" idx="10"/>
          </p:nvPr>
        </p:nvSpPr>
        <p:spPr/>
        <p:txBody>
          <a:bodyPr/>
          <a:lstStyle>
            <a:lvl1pPr>
              <a:defRPr/>
            </a:lvl1pPr>
          </a:lstStyle>
          <a:p>
            <a:pPr>
              <a:defRPr/>
            </a:pPr>
            <a:fld id="{A422E750-D3A8-1042-9737-605B9AC6FC24}" type="datetimeFigureOut">
              <a:rPr lang="en-US"/>
              <a:pPr>
                <a:defRPr/>
              </a:pPr>
              <a:t>20-Jun-20</a:t>
            </a:fld>
            <a:endParaRPr lang="en-US" dirty="0"/>
          </a:p>
        </p:txBody>
      </p:sp>
      <p:sp>
        <p:nvSpPr>
          <p:cNvPr id="3" name="Footer Placeholder 4">
            <a:extLst>
              <a:ext uri="{FF2B5EF4-FFF2-40B4-BE49-F238E27FC236}">
                <a16:creationId xmlns:a16="http://schemas.microsoft.com/office/drawing/2014/main" id="{C5B3C2FC-8D91-2247-BBA2-D6ABF4557169}"/>
              </a:ext>
            </a:extLst>
          </p:cNvPr>
          <p:cNvSpPr>
            <a:spLocks noGrp="1"/>
          </p:cNvSpPr>
          <p:nvPr>
            <p:ph type="ftr" sz="quarter" idx="11"/>
          </p:nvPr>
        </p:nvSpPr>
        <p:spPr/>
        <p:txBody>
          <a:bodyPr/>
          <a:lstStyle>
            <a:lvl1pPr>
              <a:defRPr/>
            </a:lvl1pPr>
          </a:lstStyle>
          <a:p>
            <a:pPr>
              <a:defRPr/>
            </a:pPr>
            <a:endParaRPr lang="en-US" dirty="0"/>
          </a:p>
        </p:txBody>
      </p:sp>
      <p:sp>
        <p:nvSpPr>
          <p:cNvPr id="4" name="Slide Number Placeholder 5">
            <a:extLst>
              <a:ext uri="{FF2B5EF4-FFF2-40B4-BE49-F238E27FC236}">
                <a16:creationId xmlns:a16="http://schemas.microsoft.com/office/drawing/2014/main" id="{BA29B99E-9C31-FA46-9CBE-322C8171D92D}"/>
              </a:ext>
            </a:extLst>
          </p:cNvPr>
          <p:cNvSpPr>
            <a:spLocks noGrp="1"/>
          </p:cNvSpPr>
          <p:nvPr>
            <p:ph type="sldNum" sz="quarter" idx="12"/>
          </p:nvPr>
        </p:nvSpPr>
        <p:spPr/>
        <p:txBody>
          <a:bodyPr/>
          <a:lstStyle>
            <a:lvl1pPr>
              <a:defRPr/>
            </a:lvl1pPr>
          </a:lstStyle>
          <a:p>
            <a:fld id="{45B0DE0D-010F-E243-A41D-6EF3369C391F}" type="slidenum">
              <a:rPr lang="en-US" altLang="en-US"/>
              <a:pPr/>
              <a:t>‹#›</a:t>
            </a:fld>
            <a:endParaRPr lang="en-US" altLang="en-US" dirty="0"/>
          </a:p>
        </p:txBody>
      </p:sp>
    </p:spTree>
    <p:extLst>
      <p:ext uri="{BB962C8B-B14F-4D97-AF65-F5344CB8AC3E}">
        <p14:creationId xmlns:p14="http://schemas.microsoft.com/office/powerpoint/2010/main" val="3227508338"/>
      </p:ext>
    </p:extLst>
  </p:cSld>
  <p:clrMapOvr>
    <a:masterClrMapping/>
  </p:clrMapOvr>
  <p:transition>
    <p:cut/>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3500" y="4477539"/>
            <a:ext cx="2070100" cy="273844"/>
          </a:xfrm>
        </p:spPr>
        <p:txBody>
          <a:bodyPr/>
          <a:lstStyle/>
          <a:p>
            <a:fld id="{7CF37689-2B6D-EE46-A274-F07170D983E9}" type="datetime1">
              <a:rPr lang="en-US" smtClean="0"/>
              <a:t>20-Jun-20</a:t>
            </a:fld>
            <a:endParaRPr lang="en-US"/>
          </a:p>
        </p:txBody>
      </p:sp>
      <p:sp>
        <p:nvSpPr>
          <p:cNvPr id="15" name="Footer Placeholder 4"/>
          <p:cNvSpPr>
            <a:spLocks noGrp="1"/>
          </p:cNvSpPr>
          <p:nvPr>
            <p:ph type="ftr" sz="quarter" idx="11"/>
          </p:nvPr>
        </p:nvSpPr>
        <p:spPr>
          <a:xfrm>
            <a:off x="0" y="4847945"/>
            <a:ext cx="9144000" cy="303491"/>
          </a:xfrm>
          <a:prstGeom prst="rect">
            <a:avLst/>
          </a:prstGeom>
        </p:spPr>
        <p:txBody>
          <a:bodyPr anchor="t" anchorCtr="0"/>
          <a:lstStyle>
            <a:lvl1pPr algn="l">
              <a:defRPr sz="675">
                <a:solidFill>
                  <a:srgbClr val="7F7F7F"/>
                </a:solidFill>
              </a:defRPr>
            </a:lvl1pPr>
          </a:lstStyle>
          <a:p>
            <a:r>
              <a:rPr lang="en-US" dirty="0">
                <a:solidFill>
                  <a:srgbClr val="7F7F7F"/>
                </a:solidFill>
              </a:rPr>
              <a:t>© 2019 Cengage Learning®. May not be scanned, copied or duplicated, or posted to a publicly accessible website, in whole or in part, except for use as permitted in</a:t>
            </a:r>
            <a:br>
              <a:rPr lang="en-US" dirty="0">
                <a:solidFill>
                  <a:srgbClr val="7F7F7F"/>
                </a:solidFill>
              </a:rPr>
            </a:br>
            <a:r>
              <a:rPr lang="en-US" dirty="0">
                <a:solidFill>
                  <a:srgbClr val="7F7F7F"/>
                </a:solidFill>
              </a:rPr>
              <a:t>a license distributed with a certain product or service or otherwise on a password-protected website or school approved learning management system for classroom use.</a:t>
            </a:r>
          </a:p>
        </p:txBody>
      </p:sp>
      <p:sp>
        <p:nvSpPr>
          <p:cNvPr id="16" name="Slide Number Placeholder 5"/>
          <p:cNvSpPr>
            <a:spLocks noGrp="1"/>
          </p:cNvSpPr>
          <p:nvPr>
            <p:ph type="sldNum" sz="quarter" idx="12"/>
          </p:nvPr>
        </p:nvSpPr>
        <p:spPr>
          <a:xfrm>
            <a:off x="7484156" y="4793908"/>
            <a:ext cx="1501084" cy="273844"/>
          </a:xfrm>
        </p:spPr>
        <p:txBody>
          <a:bodyPr/>
          <a:lstStyle>
            <a:lvl1pPr>
              <a:defRPr sz="825"/>
            </a:lvl1pPr>
          </a:lstStyle>
          <a:p>
            <a:r>
              <a:rPr lang="en-US" dirty="0"/>
              <a:t>Ch. 1 / Slide </a:t>
            </a:r>
            <a:fld id="{CB33F3CD-E5BE-CA40-BCBB-95BE81BE2CD3}" type="slidenum">
              <a:rPr lang="en-US" smtClean="0"/>
              <a:pPr/>
              <a:t>‹#›</a:t>
            </a:fld>
            <a:endParaRPr lang="en-US" dirty="0"/>
          </a:p>
        </p:txBody>
      </p:sp>
      <p:sp>
        <p:nvSpPr>
          <p:cNvPr id="2" name="Title 1"/>
          <p:cNvSpPr>
            <a:spLocks noGrp="1"/>
          </p:cNvSpPr>
          <p:nvPr>
            <p:ph type="title"/>
          </p:nvPr>
        </p:nvSpPr>
        <p:spPr>
          <a:xfrm>
            <a:off x="1" y="561866"/>
            <a:ext cx="9143999" cy="508239"/>
          </a:xfrm>
          <a:prstGeom prst="rect">
            <a:avLst/>
          </a:prstGeom>
        </p:spPr>
        <p:txBody>
          <a:bodyPr vert="horz" anchor="t" anchorCtr="0"/>
          <a:lstStyle>
            <a:lvl1pPr>
              <a:lnSpc>
                <a:spcPct val="90000"/>
              </a:lnSpc>
              <a:defRPr sz="3000" b="1">
                <a:solidFill>
                  <a:srgbClr val="5CADB1"/>
                </a:solidFill>
                <a:latin typeface="Helvetica"/>
                <a:cs typeface="Helvetica"/>
              </a:defRPr>
            </a:lvl1pPr>
          </a:lstStyle>
          <a:p>
            <a:r>
              <a:rPr lang="en-US" dirty="0"/>
              <a:t>Click to edit Master title style</a:t>
            </a:r>
          </a:p>
        </p:txBody>
      </p:sp>
      <p:grpSp>
        <p:nvGrpSpPr>
          <p:cNvPr id="6" name="Group 5"/>
          <p:cNvGrpSpPr/>
          <p:nvPr userDrawn="1"/>
        </p:nvGrpSpPr>
        <p:grpSpPr>
          <a:xfrm>
            <a:off x="0" y="112"/>
            <a:ext cx="9144000" cy="561755"/>
            <a:chOff x="0" y="148"/>
            <a:chExt cx="9144000" cy="749007"/>
          </a:xfrm>
        </p:grpSpPr>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8"/>
              <a:ext cx="9144000" cy="629586"/>
            </a:xfrm>
            <a:prstGeom prst="rect">
              <a:avLst/>
            </a:prstGeom>
          </p:spPr>
        </p:pic>
        <p:sp>
          <p:nvSpPr>
            <p:cNvPr id="8" name="Rectangle 7"/>
            <p:cNvSpPr/>
            <p:nvPr/>
          </p:nvSpPr>
          <p:spPr>
            <a:xfrm>
              <a:off x="0" y="674844"/>
              <a:ext cx="9144000" cy="7431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grpSp>
    </p:spTree>
    <p:extLst>
      <p:ext uri="{BB962C8B-B14F-4D97-AF65-F5344CB8AC3E}">
        <p14:creationId xmlns:p14="http://schemas.microsoft.com/office/powerpoint/2010/main" val="420596159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image" Target="../media/image2.png"/><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image" Target="../media/image1.emf"/></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4" cstate="print"/>
          <a:stretch>
            <a:fillRect/>
          </a:stretch>
        </p:blipFill>
        <p:spPr>
          <a:xfrm>
            <a:off x="3070850" y="0"/>
            <a:ext cx="6088050" cy="551250"/>
          </a:xfrm>
          <a:prstGeom prst="rect">
            <a:avLst/>
          </a:prstGeom>
        </p:spPr>
      </p:pic>
      <p:pic>
        <p:nvPicPr>
          <p:cNvPr id="3" name="Picture 2"/>
          <p:cNvPicPr>
            <a:picLocks noChangeAspect="1"/>
          </p:cNvPicPr>
          <p:nvPr userDrawn="1"/>
        </p:nvPicPr>
        <p:blipFill>
          <a:blip r:embed="rId4" cstate="print"/>
          <a:stretch>
            <a:fillRect/>
          </a:stretch>
        </p:blipFill>
        <p:spPr>
          <a:xfrm rot="10800000">
            <a:off x="-23339" y="4592250"/>
            <a:ext cx="6088050" cy="551250"/>
          </a:xfrm>
          <a:prstGeom prst="rect">
            <a:avLst/>
          </a:prstGeom>
        </p:spPr>
      </p:pic>
      <p:sp>
        <p:nvSpPr>
          <p:cNvPr id="4" name="TextBox 3"/>
          <p:cNvSpPr txBox="1"/>
          <p:nvPr userDrawn="1"/>
        </p:nvSpPr>
        <p:spPr>
          <a:xfrm>
            <a:off x="179512" y="123478"/>
            <a:ext cx="1440160" cy="338554"/>
          </a:xfrm>
          <a:prstGeom prst="rect">
            <a:avLst/>
          </a:prstGeom>
          <a:blipFill>
            <a:blip r:embed="rId5" cstate="print"/>
            <a:stretch>
              <a:fillRect/>
            </a:stretch>
          </a:blipFill>
        </p:spPr>
        <p:txBody>
          <a:bodyPr wrap="square" rtlCol="0">
            <a:spAutoFit/>
          </a:bodyPr>
          <a:lstStyle/>
          <a:p>
            <a:pPr algn="ctr"/>
            <a:endParaRPr lang="ko-KR" altLang="en-US" sz="1600" dirty="0">
              <a:solidFill>
                <a:schemeClr val="tx1">
                  <a:lumMod val="75000"/>
                  <a:lumOff val="25000"/>
                </a:schemeClr>
              </a:solidFill>
              <a:cs typeface="Arial" pitchFamily="34" charset="0"/>
            </a:endParaRPr>
          </a:p>
        </p:txBody>
      </p:sp>
    </p:spTree>
    <p:extLst>
      <p:ext uri="{BB962C8B-B14F-4D97-AF65-F5344CB8AC3E}">
        <p14:creationId xmlns:p14="http://schemas.microsoft.com/office/powerpoint/2010/main" val="1736683050"/>
      </p:ext>
    </p:extLst>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14" cstate="print"/>
          <a:stretch>
            <a:fillRect/>
          </a:stretch>
        </p:blipFill>
        <p:spPr>
          <a:xfrm>
            <a:off x="3070850" y="0"/>
            <a:ext cx="6088050" cy="551250"/>
          </a:xfrm>
          <a:prstGeom prst="rect">
            <a:avLst/>
          </a:prstGeom>
        </p:spPr>
      </p:pic>
      <p:pic>
        <p:nvPicPr>
          <p:cNvPr id="3" name="Picture 2"/>
          <p:cNvPicPr>
            <a:picLocks noChangeAspect="1"/>
          </p:cNvPicPr>
          <p:nvPr userDrawn="1"/>
        </p:nvPicPr>
        <p:blipFill>
          <a:blip r:embed="rId14" cstate="print"/>
          <a:stretch>
            <a:fillRect/>
          </a:stretch>
        </p:blipFill>
        <p:spPr>
          <a:xfrm rot="10800000">
            <a:off x="-36511" y="4592250"/>
            <a:ext cx="6088050" cy="551250"/>
          </a:xfrm>
          <a:prstGeom prst="rect">
            <a:avLst/>
          </a:prstGeom>
        </p:spPr>
      </p:pic>
      <p:sp>
        <p:nvSpPr>
          <p:cNvPr id="4" name="TextBox 3"/>
          <p:cNvSpPr txBox="1"/>
          <p:nvPr userDrawn="1"/>
        </p:nvSpPr>
        <p:spPr>
          <a:xfrm>
            <a:off x="179512" y="123478"/>
            <a:ext cx="1440160" cy="338554"/>
          </a:xfrm>
          <a:prstGeom prst="rect">
            <a:avLst/>
          </a:prstGeom>
          <a:blipFill>
            <a:blip r:embed="rId15" cstate="print"/>
            <a:stretch>
              <a:fillRect/>
            </a:stretch>
          </a:blipFill>
        </p:spPr>
        <p:txBody>
          <a:bodyPr wrap="square" rtlCol="0">
            <a:spAutoFit/>
          </a:bodyPr>
          <a:lstStyle/>
          <a:p>
            <a:pPr algn="ctr"/>
            <a:endParaRPr lang="ko-KR" altLang="en-US" sz="1600" dirty="0">
              <a:solidFill>
                <a:schemeClr val="tx1">
                  <a:lumMod val="75000"/>
                  <a:lumOff val="25000"/>
                </a:schemeClr>
              </a:solidFill>
              <a:cs typeface="Arial" pitchFamily="34" charset="0"/>
            </a:endParaRPr>
          </a:p>
        </p:txBody>
      </p:sp>
    </p:spTree>
    <p:extLst>
      <p:ext uri="{BB962C8B-B14F-4D97-AF65-F5344CB8AC3E}">
        <p14:creationId xmlns:p14="http://schemas.microsoft.com/office/powerpoint/2010/main" val="1737555548"/>
      </p:ext>
    </p:extLst>
  </p:cSld>
  <p:clrMap bg1="lt1" tx1="dk1" bg2="lt2" tx2="dk2" accent1="accent1" accent2="accent2" accent3="accent3" accent4="accent4" accent5="accent5" accent6="accent6" hlink="hlink" folHlink="folHlink"/>
  <p:sldLayoutIdLst>
    <p:sldLayoutId id="2147483659" r:id="rId1"/>
    <p:sldLayoutId id="2147483652" r:id="rId2"/>
    <p:sldLayoutId id="2147483661" r:id="rId3"/>
    <p:sldLayoutId id="2147483660" r:id="rId4"/>
    <p:sldLayoutId id="2147483662" r:id="rId5"/>
    <p:sldLayoutId id="2147483655" r:id="rId6"/>
    <p:sldLayoutId id="2147483663" r:id="rId7"/>
    <p:sldLayoutId id="2147483664" r:id="rId8"/>
    <p:sldLayoutId id="2147483668" r:id="rId9"/>
    <p:sldLayoutId id="2147483665" r:id="rId10"/>
    <p:sldLayoutId id="2147483670" r:id="rId11"/>
    <p:sldLayoutId id="2147483656" r:id="rId12"/>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5" cstate="print"/>
          <a:stretch>
            <a:fillRect/>
          </a:stretch>
        </p:blipFill>
        <p:spPr>
          <a:xfrm>
            <a:off x="3070850" y="0"/>
            <a:ext cx="6088050" cy="551250"/>
          </a:xfrm>
          <a:prstGeom prst="rect">
            <a:avLst/>
          </a:prstGeom>
        </p:spPr>
      </p:pic>
      <p:pic>
        <p:nvPicPr>
          <p:cNvPr id="3" name="Picture 2"/>
          <p:cNvPicPr>
            <a:picLocks noChangeAspect="1"/>
          </p:cNvPicPr>
          <p:nvPr userDrawn="1"/>
        </p:nvPicPr>
        <p:blipFill>
          <a:blip r:embed="rId5" cstate="print"/>
          <a:stretch>
            <a:fillRect/>
          </a:stretch>
        </p:blipFill>
        <p:spPr>
          <a:xfrm rot="10800000">
            <a:off x="-36511" y="4592250"/>
            <a:ext cx="6088050" cy="551250"/>
          </a:xfrm>
          <a:prstGeom prst="rect">
            <a:avLst/>
          </a:prstGeom>
        </p:spPr>
      </p:pic>
      <p:sp>
        <p:nvSpPr>
          <p:cNvPr id="4" name="TextBox 3"/>
          <p:cNvSpPr txBox="1"/>
          <p:nvPr userDrawn="1"/>
        </p:nvSpPr>
        <p:spPr>
          <a:xfrm>
            <a:off x="179512" y="123478"/>
            <a:ext cx="1440160" cy="338554"/>
          </a:xfrm>
          <a:prstGeom prst="rect">
            <a:avLst/>
          </a:prstGeom>
          <a:blipFill>
            <a:blip r:embed="rId6" cstate="print"/>
            <a:stretch>
              <a:fillRect/>
            </a:stretch>
          </a:blipFill>
        </p:spPr>
        <p:txBody>
          <a:bodyPr wrap="square" rtlCol="0">
            <a:spAutoFit/>
          </a:bodyPr>
          <a:lstStyle/>
          <a:p>
            <a:pPr algn="ctr"/>
            <a:endParaRPr lang="ko-KR" altLang="en-US" sz="1600" dirty="0">
              <a:solidFill>
                <a:schemeClr val="tx1">
                  <a:lumMod val="75000"/>
                  <a:lumOff val="25000"/>
                </a:schemeClr>
              </a:solidFill>
              <a:cs typeface="Arial" pitchFamily="34" charset="0"/>
            </a:endParaRPr>
          </a:p>
        </p:txBody>
      </p:sp>
    </p:spTree>
    <p:extLst>
      <p:ext uri="{BB962C8B-B14F-4D97-AF65-F5344CB8AC3E}">
        <p14:creationId xmlns:p14="http://schemas.microsoft.com/office/powerpoint/2010/main" val="2754710703"/>
      </p:ext>
    </p:extLst>
  </p:cSld>
  <p:clrMap bg1="lt1" tx1="dk1" bg2="lt2" tx2="dk2" accent1="accent1" accent2="accent2" accent3="accent3" accent4="accent4" accent5="accent5" accent6="accent6" hlink="hlink" folHlink="folHlink"/>
  <p:sldLayoutIdLst>
    <p:sldLayoutId id="2147483654" r:id="rId1"/>
    <p:sldLayoutId id="2147483672" r:id="rId2"/>
    <p:sldLayoutId id="2147483673" r:id="rId3"/>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13000"/>
            <a:lum/>
          </a:blip>
          <a:srcRect/>
          <a:stretch>
            <a:fillRect t="-18000" b="-18000"/>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4014" y="1995686"/>
            <a:ext cx="9144000" cy="522725"/>
          </a:xfrm>
        </p:spPr>
        <p:txBody>
          <a:bodyPr/>
          <a:lstStyle/>
          <a:p>
            <a:pPr lvl="0"/>
            <a:r>
              <a:rPr lang="en-US" dirty="0" smtClean="0">
                <a:latin typeface="Times New Roman" pitchFamily="18" charset="0"/>
                <a:cs typeface="Times New Roman" pitchFamily="18" charset="0"/>
              </a:rPr>
              <a:t>Unit 2.2 </a:t>
            </a:r>
          </a:p>
          <a:p>
            <a:pPr lvl="0"/>
            <a:r>
              <a:rPr lang="en-US" dirty="0" smtClean="0">
                <a:latin typeface="Times New Roman" pitchFamily="18" charset="0"/>
                <a:cs typeface="Times New Roman" pitchFamily="18" charset="0"/>
              </a:rPr>
              <a:t>Non-Verbal Communication</a:t>
            </a:r>
            <a:endParaRPr lang="en-US" dirty="0">
              <a:latin typeface="Times New Roman" pitchFamily="18" charset="0"/>
              <a:cs typeface="Times New Roman" pitchFamily="18" charset="0"/>
            </a:endParaRPr>
          </a:p>
        </p:txBody>
      </p:sp>
      <p:pic>
        <p:nvPicPr>
          <p:cNvPr id="6" name="Picture 5"/>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974" y="84080"/>
            <a:ext cx="1685925" cy="438150"/>
          </a:xfrm>
          <a:prstGeom prst="rect">
            <a:avLst/>
          </a:prstGeom>
          <a:noFill/>
          <a:ln>
            <a:noFill/>
          </a:ln>
        </p:spPr>
      </p:pic>
    </p:spTree>
    <p:extLst>
      <p:ext uri="{BB962C8B-B14F-4D97-AF65-F5344CB8AC3E}">
        <p14:creationId xmlns:p14="http://schemas.microsoft.com/office/powerpoint/2010/main" val="2971841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28383A8-B328-B746-A751-A32549295C2E}"/>
              </a:ext>
            </a:extLst>
          </p:cNvPr>
          <p:cNvSpPr txBox="1"/>
          <p:nvPr/>
        </p:nvSpPr>
        <p:spPr>
          <a:xfrm>
            <a:off x="1043608" y="483518"/>
            <a:ext cx="7272808" cy="3094693"/>
          </a:xfrm>
          <a:prstGeom prst="rect">
            <a:avLst/>
          </a:prstGeom>
          <a:noFill/>
        </p:spPr>
        <p:txBody>
          <a:bodyPr wrap="square">
            <a:spAutoFit/>
          </a:bodyPr>
          <a:lstStyle/>
          <a:p>
            <a:pPr algn="ctr">
              <a:defRPr/>
            </a:pPr>
            <a:endParaRPr lang="en-US" altLang="en-US" sz="2800" b="1" dirty="0">
              <a:latin typeface="Times New Roman" panose="02020603050405020304" pitchFamily="18" charset="0"/>
              <a:cs typeface="Times New Roman" panose="02020603050405020304" pitchFamily="18" charset="0"/>
            </a:endParaRPr>
          </a:p>
          <a:p>
            <a:pPr algn="ctr">
              <a:defRPr/>
            </a:pPr>
            <a:r>
              <a:rPr lang="en-US" altLang="en-US" sz="3200" b="1" dirty="0">
                <a:latin typeface="Times New Roman" panose="02020603050405020304" pitchFamily="18" charset="0"/>
                <a:cs typeface="Times New Roman" panose="02020603050405020304" pitchFamily="18" charset="0"/>
              </a:rPr>
              <a:t>Non-Verbal Communication</a:t>
            </a:r>
          </a:p>
          <a:p>
            <a:pPr algn="ctr">
              <a:defRPr/>
            </a:pPr>
            <a:endParaRPr lang="en-US" altLang="en-US" dirty="0">
              <a:latin typeface="Times New Roman" panose="02020603050405020304" pitchFamily="18" charset="0"/>
              <a:cs typeface="Times New Roman" panose="02020603050405020304" pitchFamily="18" charset="0"/>
            </a:endParaRPr>
          </a:p>
          <a:p>
            <a:pPr>
              <a:defRPr/>
            </a:pPr>
            <a:r>
              <a:rPr lang="en-US" sz="2400" dirty="0">
                <a:solidFill>
                  <a:prstClr val="black"/>
                </a:solidFill>
                <a:latin typeface="Times New Roman" panose="02020603050405020304" pitchFamily="18" charset="0"/>
                <a:cs typeface="Times New Roman" panose="02020603050405020304" pitchFamily="18" charset="0"/>
              </a:rPr>
              <a:t>Non-verbal communication includes all unwritten and </a:t>
            </a:r>
          </a:p>
          <a:p>
            <a:pPr>
              <a:defRPr/>
            </a:pPr>
            <a:r>
              <a:rPr lang="en-US" sz="2400" dirty="0">
                <a:solidFill>
                  <a:prstClr val="black"/>
                </a:solidFill>
                <a:latin typeface="Times New Roman" panose="02020603050405020304" pitchFamily="18" charset="0"/>
                <a:cs typeface="Times New Roman" panose="02020603050405020304" pitchFamily="18" charset="0"/>
              </a:rPr>
              <a:t>unspoken messages, both intentional and unintentional.</a:t>
            </a:r>
          </a:p>
          <a:p>
            <a:pPr>
              <a:defRPr/>
            </a:pPr>
            <a:endParaRPr lang="en-US" sz="2400" dirty="0">
              <a:solidFill>
                <a:prstClr val="black"/>
              </a:solidFill>
              <a:latin typeface="Times New Roman" panose="02020603050405020304" pitchFamily="18" charset="0"/>
              <a:cs typeface="Times New Roman" panose="02020603050405020304" pitchFamily="18" charset="0"/>
            </a:endParaRPr>
          </a:p>
          <a:p>
            <a:pPr lvl="0" defTabSz="457200" latinLnBrk="0">
              <a:lnSpc>
                <a:spcPct val="90000"/>
              </a:lnSpc>
              <a:spcAft>
                <a:spcPts val="1200"/>
              </a:spcAft>
            </a:pPr>
            <a:r>
              <a:rPr lang="en-US" sz="2400" dirty="0">
                <a:solidFill>
                  <a:prstClr val="black"/>
                </a:solidFill>
                <a:latin typeface="Times New Roman" panose="02020603050405020304" pitchFamily="18" charset="0"/>
                <a:cs typeface="Times New Roman" panose="02020603050405020304" pitchFamily="18" charset="0"/>
              </a:rPr>
              <a:t>Nonverbal cues can speak louder than words.</a:t>
            </a:r>
          </a:p>
          <a:p>
            <a:pPr>
              <a:defRPr/>
            </a:pPr>
            <a:endParaRPr lang="en-US" sz="135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884296"/>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Box 1">
            <a:extLst>
              <a:ext uri="{FF2B5EF4-FFF2-40B4-BE49-F238E27FC236}">
                <a16:creationId xmlns:a16="http://schemas.microsoft.com/office/drawing/2014/main" id="{C765910A-8DA5-5644-84AF-9BDA6C0B3005}"/>
              </a:ext>
            </a:extLst>
          </p:cNvPr>
          <p:cNvSpPr txBox="1">
            <a:spLocks noChangeArrowheads="1"/>
          </p:cNvSpPr>
          <p:nvPr/>
        </p:nvSpPr>
        <p:spPr bwMode="auto">
          <a:xfrm>
            <a:off x="1115616" y="771550"/>
            <a:ext cx="7416824" cy="3842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Book Antiqua" panose="02040602050305030304" pitchFamily="18" charset="0"/>
                <a:ea typeface="MS PGothic" panose="020B0600070205080204" pitchFamily="34" charset="-128"/>
              </a:defRPr>
            </a:lvl1pPr>
            <a:lvl2pPr eaLnBrk="0" hangingPunct="0">
              <a:defRPr>
                <a:solidFill>
                  <a:schemeClr val="tx1"/>
                </a:solidFill>
                <a:latin typeface="Book Antiqua" panose="02040602050305030304" pitchFamily="18" charset="0"/>
                <a:ea typeface="MS PGothic" panose="020B0600070205080204" pitchFamily="34" charset="-128"/>
              </a:defRPr>
            </a:lvl2pPr>
            <a:lvl3pPr marL="1143000" indent="-228600" eaLnBrk="0" hangingPunct="0">
              <a:defRPr>
                <a:solidFill>
                  <a:schemeClr val="tx1"/>
                </a:solidFill>
                <a:latin typeface="Book Antiqua" panose="02040602050305030304" pitchFamily="18" charset="0"/>
                <a:ea typeface="MS PGothic" panose="020B0600070205080204" pitchFamily="34" charset="-128"/>
              </a:defRPr>
            </a:lvl3pPr>
            <a:lvl4pPr marL="1600200" indent="-228600" eaLnBrk="0" hangingPunct="0">
              <a:defRPr>
                <a:solidFill>
                  <a:schemeClr val="tx1"/>
                </a:solidFill>
                <a:latin typeface="Book Antiqua" panose="02040602050305030304" pitchFamily="18" charset="0"/>
                <a:ea typeface="MS PGothic" panose="020B0600070205080204" pitchFamily="34" charset="-128"/>
              </a:defRPr>
            </a:lvl4pPr>
            <a:lvl5pPr marL="2057400" indent="-228600" eaLnBrk="0" hangingPunct="0">
              <a:defRPr>
                <a:solidFill>
                  <a:schemeClr val="tx1"/>
                </a:solidFill>
                <a:latin typeface="Book Antiqua" panose="02040602050305030304" pitchFamily="18"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9pPr>
          </a:lstStyle>
          <a:p>
            <a:pPr algn="ctr" eaLnBrk="1" hangingPunct="1"/>
            <a:r>
              <a:rPr lang="en-US" altLang="en-US" sz="3200" b="1" dirty="0">
                <a:latin typeface="Times New Roman" panose="02020603050405020304" pitchFamily="18" charset="0"/>
                <a:cs typeface="Times New Roman" panose="02020603050405020304" pitchFamily="18" charset="0"/>
              </a:rPr>
              <a:t>Elements of Non-verbal Communication</a:t>
            </a:r>
          </a:p>
          <a:p>
            <a:pPr lvl="0" eaLnBrk="1" hangingPunct="1">
              <a:lnSpc>
                <a:spcPct val="150000"/>
              </a:lnSpc>
              <a:buClr>
                <a:srgbClr val="FF6600"/>
              </a:buClr>
            </a:pPr>
            <a:r>
              <a:rPr lang="en-US" sz="2400" dirty="0">
                <a:latin typeface="Times New Roman" panose="02020603050405020304" pitchFamily="18" charset="0"/>
                <a:cs typeface="Times New Roman" panose="02020603050405020304" pitchFamily="18" charset="0"/>
              </a:rPr>
              <a:t>Eye contact</a:t>
            </a:r>
          </a:p>
          <a:p>
            <a:pPr lvl="0" eaLnBrk="1" hangingPunct="1">
              <a:lnSpc>
                <a:spcPct val="150000"/>
              </a:lnSpc>
              <a:buClr>
                <a:srgbClr val="FF6600"/>
              </a:buClr>
            </a:pPr>
            <a:r>
              <a:rPr lang="en-US" sz="2400" dirty="0">
                <a:latin typeface="Times New Roman" panose="02020603050405020304" pitchFamily="18" charset="0"/>
                <a:cs typeface="Times New Roman" panose="02020603050405020304" pitchFamily="18" charset="0"/>
              </a:rPr>
              <a:t>Facial expression</a:t>
            </a:r>
          </a:p>
          <a:p>
            <a:pPr lvl="0" eaLnBrk="1" hangingPunct="1">
              <a:lnSpc>
                <a:spcPct val="150000"/>
              </a:lnSpc>
              <a:buClr>
                <a:srgbClr val="FF6600"/>
              </a:buClr>
            </a:pPr>
            <a:r>
              <a:rPr lang="en-US" sz="2400" dirty="0">
                <a:latin typeface="Times New Roman" panose="02020603050405020304" pitchFamily="18" charset="0"/>
                <a:cs typeface="Times New Roman" panose="02020603050405020304" pitchFamily="18" charset="0"/>
              </a:rPr>
              <a:t>Posture and gestures</a:t>
            </a:r>
          </a:p>
          <a:p>
            <a:pPr lvl="0" eaLnBrk="1" hangingPunct="1">
              <a:lnSpc>
                <a:spcPct val="150000"/>
              </a:lnSpc>
              <a:buClr>
                <a:srgbClr val="FF6600"/>
              </a:buClr>
            </a:pPr>
            <a:r>
              <a:rPr lang="en-US" sz="2400" dirty="0">
                <a:latin typeface="Times New Roman" panose="02020603050405020304" pitchFamily="18" charset="0"/>
                <a:cs typeface="Times New Roman" panose="02020603050405020304" pitchFamily="18" charset="0"/>
              </a:rPr>
              <a:t>Time, space, and territory </a:t>
            </a:r>
          </a:p>
          <a:p>
            <a:pPr lvl="0" eaLnBrk="1" hangingPunct="1">
              <a:lnSpc>
                <a:spcPct val="150000"/>
              </a:lnSpc>
              <a:buClr>
                <a:srgbClr val="FF6600"/>
              </a:buClr>
            </a:pPr>
            <a:r>
              <a:rPr lang="en-US" sz="2400" dirty="0">
                <a:latin typeface="Times New Roman" panose="02020603050405020304" pitchFamily="18" charset="0"/>
                <a:cs typeface="Times New Roman" panose="02020603050405020304" pitchFamily="18" charset="0"/>
              </a:rPr>
              <a:t>Personal appearance</a:t>
            </a:r>
          </a:p>
          <a:p>
            <a:pPr eaLnBrk="1" hangingPunct="1">
              <a:lnSpc>
                <a:spcPct val="150000"/>
              </a:lnSpc>
              <a:buClr>
                <a:srgbClr val="FF6600"/>
              </a:buClr>
            </a:pPr>
            <a:r>
              <a:rPr lang="en-US" sz="2400" dirty="0">
                <a:latin typeface="Times New Roman" panose="02020603050405020304" pitchFamily="18" charset="0"/>
                <a:cs typeface="Times New Roman" panose="02020603050405020304" pitchFamily="18" charset="0"/>
              </a:rPr>
              <a:t>Visual appeal of business documents</a:t>
            </a:r>
          </a:p>
        </p:txBody>
      </p:sp>
    </p:spTree>
    <p:extLst>
      <p:ext uri="{BB962C8B-B14F-4D97-AF65-F5344CB8AC3E}">
        <p14:creationId xmlns:p14="http://schemas.microsoft.com/office/powerpoint/2010/main" val="1938846609"/>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Box 1">
            <a:extLst>
              <a:ext uri="{FF2B5EF4-FFF2-40B4-BE49-F238E27FC236}">
                <a16:creationId xmlns:a16="http://schemas.microsoft.com/office/drawing/2014/main" id="{C765910A-8DA5-5644-84AF-9BDA6C0B3005}"/>
              </a:ext>
            </a:extLst>
          </p:cNvPr>
          <p:cNvSpPr txBox="1">
            <a:spLocks noChangeArrowheads="1"/>
          </p:cNvSpPr>
          <p:nvPr/>
        </p:nvSpPr>
        <p:spPr bwMode="auto">
          <a:xfrm>
            <a:off x="899592" y="771550"/>
            <a:ext cx="7632848" cy="3577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Book Antiqua" panose="02040602050305030304" pitchFamily="18" charset="0"/>
                <a:ea typeface="MS PGothic" panose="020B0600070205080204" pitchFamily="34" charset="-128"/>
              </a:defRPr>
            </a:lvl1pPr>
            <a:lvl2pPr eaLnBrk="0" hangingPunct="0">
              <a:defRPr>
                <a:solidFill>
                  <a:schemeClr val="tx1"/>
                </a:solidFill>
                <a:latin typeface="Book Antiqua" panose="02040602050305030304" pitchFamily="18" charset="0"/>
                <a:ea typeface="MS PGothic" panose="020B0600070205080204" pitchFamily="34" charset="-128"/>
              </a:defRPr>
            </a:lvl2pPr>
            <a:lvl3pPr marL="1143000" indent="-228600" eaLnBrk="0" hangingPunct="0">
              <a:defRPr>
                <a:solidFill>
                  <a:schemeClr val="tx1"/>
                </a:solidFill>
                <a:latin typeface="Book Antiqua" panose="02040602050305030304" pitchFamily="18" charset="0"/>
                <a:ea typeface="MS PGothic" panose="020B0600070205080204" pitchFamily="34" charset="-128"/>
              </a:defRPr>
            </a:lvl3pPr>
            <a:lvl4pPr marL="1600200" indent="-228600" eaLnBrk="0" hangingPunct="0">
              <a:defRPr>
                <a:solidFill>
                  <a:schemeClr val="tx1"/>
                </a:solidFill>
                <a:latin typeface="Book Antiqua" panose="02040602050305030304" pitchFamily="18" charset="0"/>
                <a:ea typeface="MS PGothic" panose="020B0600070205080204" pitchFamily="34" charset="-128"/>
              </a:defRPr>
            </a:lvl4pPr>
            <a:lvl5pPr marL="2057400" indent="-228600" eaLnBrk="0" hangingPunct="0">
              <a:defRPr>
                <a:solidFill>
                  <a:schemeClr val="tx1"/>
                </a:solidFill>
                <a:latin typeface="Book Antiqua" panose="02040602050305030304" pitchFamily="18"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9pPr>
          </a:lstStyle>
          <a:p>
            <a:pPr algn="ctr" eaLnBrk="1" hangingPunct="1"/>
            <a:r>
              <a:rPr lang="en-US" altLang="en-US" sz="3200" b="1" dirty="0" smtClean="0">
                <a:latin typeface="Times New Roman" panose="02020603050405020304" pitchFamily="18" charset="0"/>
                <a:cs typeface="Times New Roman" panose="02020603050405020304" pitchFamily="18" charset="0"/>
              </a:rPr>
              <a:t>Strategies for Improving Non-verbal Skills</a:t>
            </a:r>
          </a:p>
          <a:p>
            <a:pPr eaLnBrk="1" hangingPunct="1"/>
            <a:endParaRPr lang="en-US" altLang="en-US" dirty="0" smtClean="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Establish and maintain eye contact.</a:t>
            </a:r>
          </a:p>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Use posture to show interest.</a:t>
            </a:r>
          </a:p>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Reduce or eliminate physical barriers.</a:t>
            </a:r>
          </a:p>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Improve your decoding skills.</a:t>
            </a:r>
          </a:p>
          <a:p>
            <a:pPr marL="342900" indent="-342900">
              <a:lnSpc>
                <a:spcPct val="15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Probe for more information.</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70710350"/>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Box 1">
            <a:extLst>
              <a:ext uri="{FF2B5EF4-FFF2-40B4-BE49-F238E27FC236}">
                <a16:creationId xmlns:a16="http://schemas.microsoft.com/office/drawing/2014/main" id="{C765910A-8DA5-5644-84AF-9BDA6C0B3005}"/>
              </a:ext>
            </a:extLst>
          </p:cNvPr>
          <p:cNvSpPr txBox="1">
            <a:spLocks noChangeArrowheads="1"/>
          </p:cNvSpPr>
          <p:nvPr/>
        </p:nvSpPr>
        <p:spPr bwMode="auto">
          <a:xfrm>
            <a:off x="899592" y="771550"/>
            <a:ext cx="7632848" cy="356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Book Antiqua" panose="02040602050305030304" pitchFamily="18" charset="0"/>
                <a:ea typeface="MS PGothic" panose="020B0600070205080204" pitchFamily="34" charset="-128"/>
              </a:defRPr>
            </a:lvl1pPr>
            <a:lvl2pPr eaLnBrk="0" hangingPunct="0">
              <a:defRPr>
                <a:solidFill>
                  <a:schemeClr val="tx1"/>
                </a:solidFill>
                <a:latin typeface="Book Antiqua" panose="02040602050305030304" pitchFamily="18" charset="0"/>
                <a:ea typeface="MS PGothic" panose="020B0600070205080204" pitchFamily="34" charset="-128"/>
              </a:defRPr>
            </a:lvl2pPr>
            <a:lvl3pPr marL="1143000" indent="-228600" eaLnBrk="0" hangingPunct="0">
              <a:defRPr>
                <a:solidFill>
                  <a:schemeClr val="tx1"/>
                </a:solidFill>
                <a:latin typeface="Book Antiqua" panose="02040602050305030304" pitchFamily="18" charset="0"/>
                <a:ea typeface="MS PGothic" panose="020B0600070205080204" pitchFamily="34" charset="-128"/>
              </a:defRPr>
            </a:lvl3pPr>
            <a:lvl4pPr marL="1600200" indent="-228600" eaLnBrk="0" hangingPunct="0">
              <a:defRPr>
                <a:solidFill>
                  <a:schemeClr val="tx1"/>
                </a:solidFill>
                <a:latin typeface="Book Antiqua" panose="02040602050305030304" pitchFamily="18" charset="0"/>
                <a:ea typeface="MS PGothic" panose="020B0600070205080204" pitchFamily="34" charset="-128"/>
              </a:defRPr>
            </a:lvl4pPr>
            <a:lvl5pPr marL="2057400" indent="-228600" eaLnBrk="0" hangingPunct="0">
              <a:defRPr>
                <a:solidFill>
                  <a:schemeClr val="tx1"/>
                </a:solidFill>
                <a:latin typeface="Book Antiqua" panose="02040602050305030304" pitchFamily="18"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9pPr>
          </a:lstStyle>
          <a:p>
            <a:pPr algn="ctr" eaLnBrk="1" hangingPunct="1"/>
            <a:r>
              <a:rPr lang="en-US" altLang="en-US" sz="3200" b="1" dirty="0">
                <a:latin typeface="Times New Roman" panose="02020603050405020304" pitchFamily="18" charset="0"/>
                <a:cs typeface="Times New Roman" panose="02020603050405020304" pitchFamily="18" charset="0"/>
              </a:rPr>
              <a:t>Strategies for Improving Non-verbal Skills</a:t>
            </a:r>
          </a:p>
          <a:p>
            <a:pPr eaLnBrk="1" hangingPunct="1"/>
            <a:endParaRPr lang="en-US" altLang="en-US" dirty="0">
              <a:latin typeface="Times New Roman" panose="02020603050405020304" pitchFamily="18" charset="0"/>
              <a:cs typeface="Times New Roman" panose="02020603050405020304" pitchFamily="18" charset="0"/>
            </a:endParaRPr>
          </a:p>
          <a:p>
            <a:pPr marL="342900" indent="-342900" eaLnBrk="1" hangingPunct="1">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Interpret nonverbal meanings in context.</a:t>
            </a:r>
          </a:p>
          <a:p>
            <a:pPr marL="342900" indent="-342900" eaLnBrk="1" hangingPunct="1">
              <a:lnSpc>
                <a:spcPct val="150000"/>
              </a:lnSpc>
              <a:buFont typeface="Arial" panose="020B0604020202020204" pitchFamily="34" charset="0"/>
              <a:buChar char="•"/>
            </a:pPr>
            <a:r>
              <a:rPr lang="en-US" sz="2400" spc="-8" dirty="0">
                <a:latin typeface="Times New Roman" panose="02020603050405020304" pitchFamily="18" charset="0"/>
                <a:cs typeface="Times New Roman" panose="02020603050405020304" pitchFamily="18" charset="0"/>
              </a:rPr>
              <a:t>Associate with people from diverse cultures.</a:t>
            </a:r>
          </a:p>
          <a:p>
            <a:pPr marL="342900" indent="-342900" eaLnBrk="1" hangingPunct="1">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Appreciate the power of appearance.</a:t>
            </a:r>
          </a:p>
          <a:p>
            <a:pPr marL="342900" indent="-342900" eaLnBrk="1" hangingPunct="1">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Observe yourself on video.</a:t>
            </a:r>
          </a:p>
          <a:p>
            <a:pPr marL="342900" indent="-342900" eaLnBrk="1" hangingPunct="1">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Enlist friends and family.</a:t>
            </a:r>
          </a:p>
        </p:txBody>
      </p:sp>
    </p:spTree>
    <p:extLst>
      <p:ext uri="{BB962C8B-B14F-4D97-AF65-F5344CB8AC3E}">
        <p14:creationId xmlns:p14="http://schemas.microsoft.com/office/powerpoint/2010/main" val="3805932279"/>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Box 5">
            <a:extLst>
              <a:ext uri="{FF2B5EF4-FFF2-40B4-BE49-F238E27FC236}">
                <a16:creationId xmlns:a16="http://schemas.microsoft.com/office/drawing/2014/main" id="{80812AAD-9FA6-D341-A8CC-F26805A6F409}"/>
              </a:ext>
            </a:extLst>
          </p:cNvPr>
          <p:cNvSpPr txBox="1">
            <a:spLocks noChangeArrowheads="1"/>
          </p:cNvSpPr>
          <p:nvPr/>
        </p:nvSpPr>
        <p:spPr bwMode="auto">
          <a:xfrm>
            <a:off x="1043608" y="843558"/>
            <a:ext cx="7416824" cy="2523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Book Antiqua" panose="02040602050305030304" pitchFamily="18" charset="0"/>
                <a:ea typeface="MS PGothic" panose="020B0600070205080204" pitchFamily="34" charset="-128"/>
              </a:defRPr>
            </a:lvl1pPr>
            <a:lvl2pPr marL="742950" indent="-285750" eaLnBrk="0" hangingPunct="0">
              <a:defRPr>
                <a:solidFill>
                  <a:schemeClr val="tx1"/>
                </a:solidFill>
                <a:latin typeface="Book Antiqua" panose="02040602050305030304" pitchFamily="18" charset="0"/>
                <a:ea typeface="MS PGothic" panose="020B0600070205080204" pitchFamily="34" charset="-128"/>
              </a:defRPr>
            </a:lvl2pPr>
            <a:lvl3pPr marL="1143000" indent="-228600" eaLnBrk="0" hangingPunct="0">
              <a:defRPr>
                <a:solidFill>
                  <a:schemeClr val="tx1"/>
                </a:solidFill>
                <a:latin typeface="Book Antiqua" panose="02040602050305030304" pitchFamily="18" charset="0"/>
                <a:ea typeface="MS PGothic" panose="020B0600070205080204" pitchFamily="34" charset="-128"/>
              </a:defRPr>
            </a:lvl3pPr>
            <a:lvl4pPr marL="1600200" indent="-228600" eaLnBrk="0" hangingPunct="0">
              <a:defRPr>
                <a:solidFill>
                  <a:schemeClr val="tx1"/>
                </a:solidFill>
                <a:latin typeface="Book Antiqua" panose="02040602050305030304" pitchFamily="18" charset="0"/>
                <a:ea typeface="MS PGothic" panose="020B0600070205080204" pitchFamily="34" charset="-128"/>
              </a:defRPr>
            </a:lvl4pPr>
            <a:lvl5pPr marL="2057400" indent="-228600" eaLnBrk="0" hangingPunct="0">
              <a:defRPr>
                <a:solidFill>
                  <a:schemeClr val="tx1"/>
                </a:solidFill>
                <a:latin typeface="Book Antiqua" panose="02040602050305030304" pitchFamily="18"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9pPr>
          </a:lstStyle>
          <a:p>
            <a:pPr algn="ctr" eaLnBrk="1" hangingPunct="1"/>
            <a:r>
              <a:rPr lang="en-US" altLang="en-US" sz="3200" b="1" dirty="0">
                <a:latin typeface="Times New Roman" panose="02020603050405020304" pitchFamily="18" charset="0"/>
                <a:cs typeface="Times New Roman" panose="02020603050405020304" pitchFamily="18" charset="0"/>
              </a:rPr>
              <a:t>References</a:t>
            </a:r>
          </a:p>
          <a:p>
            <a:pPr algn="ctr" eaLnBrk="1" hangingPunct="1"/>
            <a:endParaRPr lang="en-US" altLang="en-US" sz="2400" dirty="0">
              <a:latin typeface="Times New Roman" panose="02020603050405020304" pitchFamily="18" charset="0"/>
              <a:cs typeface="Times New Roman" panose="02020603050405020304" pitchFamily="18" charset="0"/>
            </a:endParaRPr>
          </a:p>
          <a:p>
            <a:pPr eaLnBrk="1" hangingPunct="1"/>
            <a:endParaRPr lang="en-US" sz="2400" dirty="0">
              <a:latin typeface="Times New Roman" panose="02020603050405020304" pitchFamily="18" charset="0"/>
              <a:cs typeface="Times New Roman" panose="02020603050405020304" pitchFamily="18" charset="0"/>
            </a:endParaRPr>
          </a:p>
          <a:p>
            <a:pPr eaLnBrk="1" hangingPunct="1"/>
            <a:r>
              <a:rPr lang="en-US" sz="2400" dirty="0">
                <a:latin typeface="Times New Roman" panose="02020603050405020304" pitchFamily="18" charset="0"/>
                <a:cs typeface="Times New Roman" panose="02020603050405020304" pitchFamily="18" charset="0"/>
              </a:rPr>
              <a:t>Guffey, M. E., &amp; Loewy, D. (2016). </a:t>
            </a:r>
            <a:r>
              <a:rPr lang="en-US" sz="2400" i="1" dirty="0">
                <a:latin typeface="Times New Roman" panose="02020603050405020304" pitchFamily="18" charset="0"/>
                <a:cs typeface="Times New Roman" panose="02020603050405020304" pitchFamily="18" charset="0"/>
              </a:rPr>
              <a:t>Essentials of business  </a:t>
            </a:r>
            <a:br>
              <a:rPr lang="en-US" sz="2400" i="1" dirty="0">
                <a:latin typeface="Times New Roman" panose="02020603050405020304" pitchFamily="18" charset="0"/>
                <a:cs typeface="Times New Roman" panose="02020603050405020304" pitchFamily="18" charset="0"/>
              </a:rPr>
            </a:br>
            <a:r>
              <a:rPr lang="en-US" sz="2400" i="1" dirty="0">
                <a:latin typeface="Times New Roman" panose="02020603050405020304" pitchFamily="18" charset="0"/>
                <a:cs typeface="Times New Roman" panose="02020603050405020304" pitchFamily="18" charset="0"/>
              </a:rPr>
              <a:t>       communication (10th ed.)</a:t>
            </a:r>
            <a:r>
              <a:rPr lang="en-US" sz="2400" dirty="0">
                <a:latin typeface="Times New Roman" panose="02020603050405020304" pitchFamily="18" charset="0"/>
                <a:cs typeface="Times New Roman" panose="02020603050405020304" pitchFamily="18" charset="0"/>
              </a:rPr>
              <a:t>. Cengage Learning.</a:t>
            </a:r>
            <a:endParaRPr lang="en-US" altLang="en-US" sz="2400" dirty="0">
              <a:latin typeface="Times New Roman" panose="02020603050405020304" pitchFamily="18" charset="0"/>
              <a:cs typeface="Times New Roman" panose="02020603050405020304" pitchFamily="18" charset="0"/>
            </a:endParaRPr>
          </a:p>
          <a:p>
            <a:pPr eaLnBrk="1" hangingPunct="1"/>
            <a:endParaRPr lang="en-US" altLang="en-US" sz="1500" dirty="0">
              <a:latin typeface="Optima" panose="02000503060000020004" pitchFamily="2" charset="0"/>
            </a:endParaRPr>
          </a:p>
          <a:p>
            <a:pPr eaLnBrk="1" hangingPunct="1"/>
            <a:endParaRPr lang="en-US" altLang="en-US" sz="1500" dirty="0">
              <a:latin typeface="Optima" panose="02000503060000020004" pitchFamily="2" charset="0"/>
            </a:endParaRPr>
          </a:p>
        </p:txBody>
      </p:sp>
    </p:spTree>
  </p:cSld>
  <p:clrMapOvr>
    <a:masterClrMapping/>
  </p:clrMapOvr>
  <p:transition/>
</p:sld>
</file>

<file path=ppt/theme/theme1.xml><?xml version="1.0" encoding="utf-8"?>
<a:theme xmlns:a="http://schemas.openxmlformats.org/drawingml/2006/main" name="Cover and End Slide Master">
  <a:themeElements>
    <a:clrScheme name="ALLPPT-COLOR-A30">
      <a:dk1>
        <a:sysClr val="windowText" lastClr="000000"/>
      </a:dk1>
      <a:lt1>
        <a:sysClr val="window" lastClr="FFFFFF"/>
      </a:lt1>
      <a:dk2>
        <a:srgbClr val="1F497D"/>
      </a:dk2>
      <a:lt2>
        <a:srgbClr val="EEECE1"/>
      </a:lt2>
      <a:accent1>
        <a:srgbClr val="85D8DE"/>
      </a:accent1>
      <a:accent2>
        <a:srgbClr val="85D8DE"/>
      </a:accent2>
      <a:accent3>
        <a:srgbClr val="85D8DE"/>
      </a:accent3>
      <a:accent4>
        <a:srgbClr val="85D8DE"/>
      </a:accent4>
      <a:accent5>
        <a:srgbClr val="85D8DE"/>
      </a:accent5>
      <a:accent6>
        <a:srgbClr val="85D8DE"/>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ntents Slide Master">
  <a:themeElements>
    <a:clrScheme name="ALLPPT-COLOR-A30">
      <a:dk1>
        <a:sysClr val="windowText" lastClr="000000"/>
      </a:dk1>
      <a:lt1>
        <a:sysClr val="window" lastClr="FFFFFF"/>
      </a:lt1>
      <a:dk2>
        <a:srgbClr val="1F497D"/>
      </a:dk2>
      <a:lt2>
        <a:srgbClr val="EEECE1"/>
      </a:lt2>
      <a:accent1>
        <a:srgbClr val="85D8DE"/>
      </a:accent1>
      <a:accent2>
        <a:srgbClr val="85D8DE"/>
      </a:accent2>
      <a:accent3>
        <a:srgbClr val="85D8DE"/>
      </a:accent3>
      <a:accent4>
        <a:srgbClr val="85D8DE"/>
      </a:accent4>
      <a:accent5>
        <a:srgbClr val="85D8DE"/>
      </a:accent5>
      <a:accent6>
        <a:srgbClr val="85D8DE"/>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ection Break Slide 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2011</TotalTime>
  <Words>284</Words>
  <Application>Microsoft Office PowerPoint</Application>
  <PresentationFormat>On-screen Show (16:9)</PresentationFormat>
  <Paragraphs>41</Paragraphs>
  <Slides>6</Slides>
  <Notes>5</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6</vt:i4>
      </vt:variant>
    </vt:vector>
  </HeadingPairs>
  <TitlesOfParts>
    <vt:vector size="18" baseType="lpstr">
      <vt:lpstr>맑은 고딕</vt:lpstr>
      <vt:lpstr>MS PGothic</vt:lpstr>
      <vt:lpstr>Arial</vt:lpstr>
      <vt:lpstr>Arial Unicode MS</vt:lpstr>
      <vt:lpstr>Calibri</vt:lpstr>
      <vt:lpstr>Helvetica</vt:lpstr>
      <vt:lpstr>Optima</vt:lpstr>
      <vt:lpstr>Times New Roman</vt:lpstr>
      <vt:lpstr>游ゴシック</vt:lpstr>
      <vt:lpstr>Cover and End Slide Master</vt:lpstr>
      <vt:lpstr>Contents Slide Master</vt:lpstr>
      <vt:lpstr>Section Break Slide Master</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GoogleSlidesPPT.com;Allppt.com</dc:creator>
  <cp:lastModifiedBy>M Younis Farid</cp:lastModifiedBy>
  <cp:revision>208</cp:revision>
  <dcterms:created xsi:type="dcterms:W3CDTF">2016-12-05T23:26:54Z</dcterms:created>
  <dcterms:modified xsi:type="dcterms:W3CDTF">2020-06-20T18:02:22Z</dcterms:modified>
</cp:coreProperties>
</file>