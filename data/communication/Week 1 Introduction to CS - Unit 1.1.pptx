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1" roundtripDataSignature="AMtx7mjQoeZbz6V3Vhltp+sHDk9g0W/K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idx="1" type="body"/>
          </p:nvPr>
        </p:nvSpPr>
        <p:spPr>
          <a:xfrm>
            <a:off x="0" y="4940281"/>
            <a:ext cx="9144000" cy="696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2" type="body"/>
          </p:nvPr>
        </p:nvSpPr>
        <p:spPr>
          <a:xfrm>
            <a:off x="-148" y="5637245"/>
            <a:ext cx="9144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/>
          <p:nvPr/>
        </p:nvSpPr>
        <p:spPr>
          <a:xfrm>
            <a:off x="2699644" y="932723"/>
            <a:ext cx="3744416" cy="4992555"/>
          </a:xfrm>
          <a:prstGeom prst="ellipse">
            <a:avLst/>
          </a:prstGeom>
          <a:solidFill>
            <a:srgbClr val="17365D">
              <a:alpha val="7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2699792" y="2908307"/>
            <a:ext cx="3744416" cy="768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2" type="body"/>
          </p:nvPr>
        </p:nvSpPr>
        <p:spPr>
          <a:xfrm>
            <a:off x="2699644" y="3676392"/>
            <a:ext cx="3744416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7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23339" y="6123000"/>
            <a:ext cx="6088050" cy="7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 txBox="1"/>
          <p:nvPr/>
        </p:nvSpPr>
        <p:spPr>
          <a:xfrm>
            <a:off x="179512" y="16463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3000"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685800" y="2669114"/>
            <a:ext cx="7543800" cy="1515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Communication Skills Unit 1.1 </a:t>
            </a:r>
            <a:endParaRPr b="1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/>
        </p:nvSpPr>
        <p:spPr>
          <a:xfrm>
            <a:off x="1176866" y="990601"/>
            <a:ext cx="720513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meant by Communication?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Arial"/>
              <a:buNone/>
            </a:pPr>
            <a:r>
              <a:t/>
            </a:r>
            <a:endParaRPr b="0" i="0" sz="429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457200" y="2490135"/>
            <a:ext cx="8382000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is the transmission of knowledge and meaning from one individual or group to another.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may be defined as giving, receiving or exchanging information, opinions or ideas by writing, sp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eaking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visual means, so that the message communicated is completely understood by the recipient(s).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/>
          <p:nvPr/>
        </p:nvSpPr>
        <p:spPr>
          <a:xfrm>
            <a:off x="1176866" y="915337"/>
            <a:ext cx="7052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9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Effective Communication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1176865" y="2490135"/>
            <a:ext cx="6798736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Persuasive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work culture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Professional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Corporate success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feedback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decision making and problem-solving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/>
        </p:nvSpPr>
        <p:spPr>
          <a:xfrm>
            <a:off x="1176866" y="915337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9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to develop Communication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1176865" y="2503990"/>
            <a:ext cx="6798736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goals and expectations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your medium carefully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deliver your message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everyone involved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Listen and show empathy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/>
        </p:nvSpPr>
        <p:spPr>
          <a:xfrm>
            <a:off x="1176866" y="915337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Communication Skills 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1176865" y="2490135"/>
            <a:ext cx="6798736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Interpersonal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Non-verbal Communication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Skills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Listening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Skills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Misbah Majeed</dc:creator>
</cp:coreProperties>
</file>